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  <p:sldMasterId id="2147483674" r:id="rId4"/>
    <p:sldMasterId id="2147483687" r:id="rId5"/>
    <p:sldMasterId id="2147483700" r:id="rId6"/>
  </p:sldMasterIdLst>
  <p:notesMasterIdLst>
    <p:notesMasterId r:id="rId11"/>
  </p:notes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slide" Target="slides/slide1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0" Type="http://schemas.openxmlformats.org/officeDocument/2006/relationships/slide" Target="slides/slide13.xml"/><Relationship Id="rId2" Type="http://schemas.openxmlformats.org/officeDocument/2006/relationships/theme" Target="theme/theme1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p>
            <a:r>
              <a:rPr lang="es-ES" sz="4400" b="0" strike="noStrike" spc="-1">
                <a:solidFill>
                  <a:srgbClr val="FFFFFF"/>
                </a:solidFill>
                <a:latin typeface="Arial" panose="020B0604020202020204"/>
              </a:rPr>
              <a:t>Pulse para desplazar la página</a:t>
            </a:r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r>
              <a:rPr lang="es-ES" sz="2000" b="0" strike="noStrike" spc="-1">
                <a:latin typeface="Arial" panose="020B0604020202020204"/>
              </a:rPr>
              <a:t>Pulse para editar el formato de las notas</a:t>
            </a:r>
            <a:endParaRPr lang="es-ES" sz="2000" b="0" strike="noStrike" spc="-1">
              <a:latin typeface="Arial" panose="020B0604020202020204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r>
              <a:rPr lang="es-ES" sz="1400" b="0" strike="noStrike" spc="-1">
                <a:latin typeface="Times New Roman" panose="02020603050405020304"/>
              </a:rPr>
              <a:t>&lt;cabecera&gt;</a:t>
            </a:r>
            <a:endParaRPr lang="es-ES" sz="1400" b="0" strike="noStrike" spc="-1">
              <a:latin typeface="Times New Roman" panose="02020603050405020304"/>
            </a:endParaRPr>
          </a:p>
        </p:txBody>
      </p:sp>
      <p:sp>
        <p:nvSpPr>
          <p:cNvPr id="212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algn="r"/>
            <a:r>
              <a:rPr lang="es-ES" sz="1400" b="0" strike="noStrike" spc="-1">
                <a:latin typeface="Times New Roman" panose="02020603050405020304"/>
              </a:rPr>
              <a:t>&lt;fecha/hora&gt;</a:t>
            </a:r>
            <a:endParaRPr lang="es-ES" sz="1400" b="0" strike="noStrike" spc="-1">
              <a:latin typeface="Times New Roman" panose="02020603050405020304"/>
            </a:endParaRPr>
          </a:p>
        </p:txBody>
      </p:sp>
      <p:sp>
        <p:nvSpPr>
          <p:cNvPr id="213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p>
            <a:r>
              <a:rPr lang="es-ES" sz="1400" b="0" strike="noStrike" spc="-1">
                <a:latin typeface="Times New Roman" panose="02020603050405020304"/>
              </a:rPr>
              <a:t>&lt;pie de página&gt;</a:t>
            </a:r>
            <a:endParaRPr lang="es-ES" sz="1400" b="0" strike="noStrike" spc="-1">
              <a:latin typeface="Times New Roman" panose="02020603050405020304"/>
            </a:endParaRPr>
          </a:p>
        </p:txBody>
      </p:sp>
      <p:sp>
        <p:nvSpPr>
          <p:cNvPr id="214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p>
            <a:pPr algn="r"/>
            <a:fld id="{D094C176-36E0-4B61-921C-ABB22CF3CA6B}" type="slidenum">
              <a:rPr lang="es-ES" sz="1400" b="0" strike="noStrike" spc="-1">
                <a:latin typeface="Times New Roman" panose="02020603050405020304"/>
              </a:rPr>
            </a:fld>
            <a:endParaRPr lang="es-ES" sz="1400" b="0" strike="noStrike" spc="-1"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>
            <a:noAutofit/>
          </a:bodyPr>
          <a:p>
            <a:endParaRPr lang="es-ES" sz="2000" b="0" strike="noStrike" spc="-1">
              <a:latin typeface="Arial" panose="020B0604020202020204"/>
            </a:endParaRPr>
          </a:p>
        </p:txBody>
      </p:sp>
      <p:sp>
        <p:nvSpPr>
          <p:cNvPr id="285" name="TextShape 3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936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B0912A37-E231-4492-BDC5-F51521B2C5E9}" type="slidenum">
              <a:rPr lang="es-ES" sz="1200" b="0" strike="noStrike" spc="-1">
                <a:latin typeface="Times New Roman" panose="02020603050405020304"/>
              </a:rPr>
            </a:fld>
            <a:endParaRPr lang="es-ES" sz="1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</p:spPr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>
            <a:noAutofit/>
          </a:bodyPr>
          <a:p>
            <a:endParaRPr lang="es-ES" sz="2000" b="0" strike="noStrike" spc="-1">
              <a:latin typeface="Arial" panose="020B0604020202020204"/>
            </a:endParaRPr>
          </a:p>
        </p:txBody>
      </p:sp>
      <p:sp>
        <p:nvSpPr>
          <p:cNvPr id="288" name="TextShape 3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936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B3D7865A-A46B-49DA-AA93-B7494287E7A6}" type="slidenum">
              <a:rPr lang="es-ES" sz="1200" b="0" strike="noStrike" spc="-1">
                <a:latin typeface="Times New Roman" panose="02020603050405020304"/>
              </a:rPr>
            </a:fld>
            <a:endParaRPr lang="es-ES" sz="1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TextShape 1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936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5AFFFB66-6D38-4F63-BCC6-BD3B7C227AF0}" type="slidenum">
              <a:rPr lang="es-ES" sz="1200" b="0" strike="noStrike" spc="-1">
                <a:latin typeface="Times New Roman" panose="02020603050405020304"/>
              </a:rPr>
            </a:fld>
            <a:endParaRPr lang="es-ES" sz="1200" b="0" strike="noStrike" spc="-1">
              <a:latin typeface="Times New Roman" panose="02020603050405020304"/>
            </a:endParaRPr>
          </a:p>
        </p:txBody>
      </p:sp>
      <p:sp>
        <p:nvSpPr>
          <p:cNvPr id="290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</p:spPr>
      </p:sp>
      <p:sp>
        <p:nvSpPr>
          <p:cNvPr id="291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>
            <a:noAutofit/>
          </a:bodyPr>
          <a:p>
            <a:pPr marL="215900" indent="-215900">
              <a:lnSpc>
                <a:spcPct val="100000"/>
              </a:lnSpc>
            </a:pPr>
            <a:r>
              <a:rPr lang="es-ES" sz="2000" b="0" strike="noStrike" spc="-1">
                <a:latin typeface="Arial" panose="020B0604020202020204"/>
              </a:rPr>
              <a:t>Dominio: Estructura fundamental. Permite agrupar todos los objetos que se administran de forma estructurada y jerárquica.</a:t>
            </a:r>
            <a:endParaRPr lang="es-ES" sz="2000" b="0" strike="noStrike" spc="-1">
              <a:latin typeface="Arial" panose="020B0604020202020204"/>
            </a:endParaRPr>
          </a:p>
          <a:p>
            <a:pPr marL="215900" indent="-215900">
              <a:lnSpc>
                <a:spcPct val="100000"/>
              </a:lnSpc>
            </a:pPr>
            <a:r>
              <a:rPr lang="es-ES" sz="2000" b="0" strike="noStrike" spc="-1">
                <a:latin typeface="Arial" panose="020B0604020202020204"/>
              </a:rPr>
              <a:t>Unidad organizativa (UO): Es la unidad jerárquica inferior del dominio, que puede estar compuesta por una serie de objetos y/o por otras UO.</a:t>
            </a:r>
            <a:endParaRPr lang="es-ES" sz="2000" b="0" strike="noStrike" spc="-1">
              <a:latin typeface="Arial" panose="020B0604020202020204"/>
            </a:endParaRPr>
          </a:p>
          <a:p>
            <a:pPr marL="215900" indent="-215900">
              <a:lnSpc>
                <a:spcPct val="100000"/>
              </a:lnSpc>
            </a:pPr>
            <a:r>
              <a:rPr lang="es-ES" sz="2000" b="0" strike="noStrike" spc="-1">
                <a:latin typeface="Arial" panose="020B0604020202020204"/>
              </a:rPr>
              <a:t>Grupos: Conjunto de objetos del mismo tipo que se utilizan fundamentalmente para la asignación de derechos de acceso a los recursos.</a:t>
            </a:r>
            <a:endParaRPr lang="es-ES" sz="2000" b="0" strike="noStrike" spc="-1">
              <a:latin typeface="Arial" panose="020B0604020202020204"/>
            </a:endParaRPr>
          </a:p>
          <a:p>
            <a:pPr marL="215900" indent="-215900">
              <a:lnSpc>
                <a:spcPct val="100000"/>
              </a:lnSpc>
            </a:pPr>
            <a:r>
              <a:rPr lang="es-ES" sz="2000" b="0" strike="noStrike" spc="-1">
                <a:latin typeface="Arial" panose="020B0604020202020204"/>
              </a:rPr>
              <a:t>Objetos: Forman una representación de un recurso de red, como pueden ser usuarios, impresoras, ordenadores, unidades de almacenamiento, etc.</a:t>
            </a:r>
            <a:endParaRPr lang="es-ES" sz="20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TextShape 1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936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95EC3F8A-BFE2-457D-9252-3D12E0F0FD01}" type="slidenum">
              <a:rPr lang="es-ES" sz="1200" b="0" strike="noStrike" spc="-1">
                <a:latin typeface="Times New Roman" panose="02020603050405020304"/>
              </a:rPr>
            </a:fld>
            <a:endParaRPr lang="es-ES" sz="1200" b="0" strike="noStrike" spc="-1">
              <a:latin typeface="Times New Roman" panose="02020603050405020304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</p:spPr>
      </p:sp>
      <p:sp>
        <p:nvSpPr>
          <p:cNvPr id="294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>
            <a:noAutofit/>
          </a:bodyPr>
          <a:p>
            <a:endParaRPr lang="es-ES" sz="20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TextShape 1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936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B9C26721-3A33-4E8B-9FB2-0446BDD51124}" type="slidenum">
              <a:rPr lang="es-ES" sz="1200" b="0" strike="noStrike" spc="-1">
                <a:latin typeface="Times New Roman" panose="02020603050405020304"/>
              </a:rPr>
            </a:fld>
            <a:endParaRPr lang="es-ES" sz="1200" b="0" strike="noStrike" spc="-1">
              <a:latin typeface="Times New Roman" panose="02020603050405020304"/>
            </a:endParaRPr>
          </a:p>
        </p:txBody>
      </p:sp>
      <p:sp>
        <p:nvSpPr>
          <p:cNvPr id="296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</p:spPr>
      </p:sp>
      <p:sp>
        <p:nvSpPr>
          <p:cNvPr id="297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>
            <a:noAutofit/>
          </a:bodyPr>
          <a:p>
            <a:endParaRPr lang="es-ES" sz="20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TextShape 1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936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E57ADC59-6376-4700-A039-0BBA8FC4A300}" type="slidenum">
              <a:rPr lang="es-ES" sz="1200" b="0" strike="noStrike" spc="-1">
                <a:latin typeface="Times New Roman" panose="02020603050405020304"/>
              </a:rPr>
            </a:fld>
            <a:endParaRPr lang="es-ES" sz="1200" b="0" strike="noStrike" spc="-1">
              <a:latin typeface="Times New Roman" panose="02020603050405020304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</p:spPr>
      </p:sp>
      <p:sp>
        <p:nvSpPr>
          <p:cNvPr id="300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>
            <a:noAutofit/>
          </a:bodyPr>
          <a:p>
            <a:pPr marL="215900" indent="-215900">
              <a:lnSpc>
                <a:spcPct val="100000"/>
              </a:lnSpc>
            </a:pPr>
            <a:r>
              <a:rPr lang="es-ES" sz="2000" b="0" strike="noStrike" spc="-1">
                <a:latin typeface="Arial" panose="020B0604020202020204"/>
              </a:rPr>
              <a:t>Práctica 2, Práctica 3 y Práctica 4</a:t>
            </a:r>
            <a:endParaRPr lang="es-ES" sz="20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TextShape 1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936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0BD8B891-8113-4DC5-BC28-9347D99F54F1}" type="slidenum">
              <a:rPr lang="es-ES" sz="1200" b="0" strike="noStrike" spc="-1">
                <a:latin typeface="Times New Roman" panose="02020603050405020304"/>
              </a:rPr>
            </a:fld>
            <a:endParaRPr lang="es-ES" sz="1200" b="0" strike="noStrike" spc="-1">
              <a:latin typeface="Times New Roman" panose="02020603050405020304"/>
            </a:endParaRPr>
          </a:p>
        </p:txBody>
      </p:sp>
      <p:sp>
        <p:nvSpPr>
          <p:cNvPr id="302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</p:spPr>
      </p:sp>
      <p:sp>
        <p:nvSpPr>
          <p:cNvPr id="303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>
            <a:noAutofit/>
          </a:bodyPr>
          <a:p>
            <a:pPr marL="215900" indent="-215900">
              <a:lnSpc>
                <a:spcPct val="100000"/>
              </a:lnSpc>
            </a:pPr>
            <a:r>
              <a:rPr lang="es-ES" sz="2000" b="0" strike="noStrike" spc="-1">
                <a:latin typeface="Arial" panose="020B0604020202020204"/>
              </a:rPr>
              <a:t>Práctica 5</a:t>
            </a:r>
            <a:endParaRPr lang="es-ES" sz="20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p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2185560"/>
          </a:xfrm>
          <a:prstGeom prst="rect">
            <a:avLst/>
          </a:prstGeom>
        </p:spPr>
        <p:txBody>
          <a:bodyPr lIns="0" tIns="0" rIns="0" bIns="0" anchor="ctr">
            <a:spAutoFit/>
          </a:bodyPr>
          <a:p>
            <a:pPr algn="ctr"/>
            <a:endParaRPr lang="es-E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p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8556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p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8556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8556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p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>
            <a:spAutoFit/>
          </a:bodyPr>
          <a:p>
            <a:pPr algn="ctr"/>
            <a:endParaRPr lang="es-E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p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8556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457200" y="2741760"/>
            <a:ext cx="40158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p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8556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4674240" y="2741760"/>
            <a:ext cx="40158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p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457200" y="2741760"/>
            <a:ext cx="822924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p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57200" y="2741760"/>
            <a:ext cx="822924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p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2741760"/>
            <a:ext cx="40158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4674240" y="2741760"/>
            <a:ext cx="40158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p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457200" y="2741760"/>
            <a:ext cx="26496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239640" y="2741760"/>
            <a:ext cx="26496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6022080" y="2741760"/>
            <a:ext cx="26496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p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2185560"/>
          </a:xfrm>
          <a:prstGeom prst="rect">
            <a:avLst/>
          </a:prstGeom>
        </p:spPr>
        <p:txBody>
          <a:bodyPr lIns="0" tIns="0" rIns="0" bIns="0" anchor="ctr">
            <a:spAutoFit/>
          </a:bodyPr>
          <a:p>
            <a:pPr algn="ctr"/>
            <a:endParaRPr lang="es-E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p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8556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p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8556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8556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p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>
            <a:spAutoFit/>
          </a:bodyPr>
          <a:p>
            <a:pPr algn="ctr"/>
            <a:endParaRPr lang="es-E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p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8556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57200" y="2741760"/>
            <a:ext cx="40158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p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8556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674240" y="2741760"/>
            <a:ext cx="40158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p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57200" y="2741760"/>
            <a:ext cx="822924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p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57200" y="2741760"/>
            <a:ext cx="822924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p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57200" y="2741760"/>
            <a:ext cx="40158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674240" y="2741760"/>
            <a:ext cx="40158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p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457200" y="2741760"/>
            <a:ext cx="26496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3239640" y="2741760"/>
            <a:ext cx="26496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6022080" y="2741760"/>
            <a:ext cx="26496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p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2185560"/>
          </a:xfrm>
          <a:prstGeom prst="rect">
            <a:avLst/>
          </a:prstGeom>
        </p:spPr>
        <p:txBody>
          <a:bodyPr lIns="0" tIns="0" rIns="0" bIns="0" anchor="ctr">
            <a:spAutoFit/>
          </a:bodyPr>
          <a:p>
            <a:pPr algn="ctr"/>
            <a:endParaRPr lang="es-E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p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8556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p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8556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8556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p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>
            <a:spAutoFit/>
          </a:bodyPr>
          <a:p>
            <a:pPr algn="ctr"/>
            <a:endParaRPr lang="es-E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p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8556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 type="body"/>
          </p:nvPr>
        </p:nvSpPr>
        <p:spPr>
          <a:xfrm>
            <a:off x="457200" y="2741760"/>
            <a:ext cx="40158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p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8556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body"/>
          </p:nvPr>
        </p:nvSpPr>
        <p:spPr>
          <a:xfrm>
            <a:off x="4674240" y="2741760"/>
            <a:ext cx="40158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p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 type="body"/>
          </p:nvPr>
        </p:nvSpPr>
        <p:spPr>
          <a:xfrm>
            <a:off x="457200" y="2741760"/>
            <a:ext cx="822924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p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457200" y="2741760"/>
            <a:ext cx="822924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p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 type="body"/>
          </p:nvPr>
        </p:nvSpPr>
        <p:spPr>
          <a:xfrm>
            <a:off x="457200" y="2741760"/>
            <a:ext cx="40158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17" name="PlaceHolder 5"/>
          <p:cNvSpPr>
            <a:spLocks noGrp="1"/>
          </p:cNvSpPr>
          <p:nvPr>
            <p:ph type="body"/>
          </p:nvPr>
        </p:nvSpPr>
        <p:spPr>
          <a:xfrm>
            <a:off x="4674240" y="2741760"/>
            <a:ext cx="40158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p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1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2" name="PlaceHolder 5"/>
          <p:cNvSpPr>
            <a:spLocks noGrp="1"/>
          </p:cNvSpPr>
          <p:nvPr>
            <p:ph type="body"/>
          </p:nvPr>
        </p:nvSpPr>
        <p:spPr>
          <a:xfrm>
            <a:off x="457200" y="2741760"/>
            <a:ext cx="26496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3" name="PlaceHolder 6"/>
          <p:cNvSpPr>
            <a:spLocks noGrp="1"/>
          </p:cNvSpPr>
          <p:nvPr>
            <p:ph type="body"/>
          </p:nvPr>
        </p:nvSpPr>
        <p:spPr>
          <a:xfrm>
            <a:off x="3239640" y="2741760"/>
            <a:ext cx="26496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4" name="PlaceHolder 7"/>
          <p:cNvSpPr>
            <a:spLocks noGrp="1"/>
          </p:cNvSpPr>
          <p:nvPr>
            <p:ph type="body"/>
          </p:nvPr>
        </p:nvSpPr>
        <p:spPr>
          <a:xfrm>
            <a:off x="6022080" y="2741760"/>
            <a:ext cx="26496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p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2185560"/>
          </a:xfrm>
          <a:prstGeom prst="rect">
            <a:avLst/>
          </a:prstGeom>
        </p:spPr>
        <p:txBody>
          <a:bodyPr lIns="0" tIns="0" rIns="0" bIns="0" anchor="ctr">
            <a:spAutoFit/>
          </a:bodyPr>
          <a:p>
            <a:pPr algn="ctr"/>
            <a:endParaRPr lang="es-E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p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8556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p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8556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8556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p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>
            <a:spAutoFit/>
          </a:bodyPr>
          <a:p>
            <a:pPr algn="ctr"/>
            <a:endParaRPr lang="es-E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p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8556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43" name="PlaceHolder 4"/>
          <p:cNvSpPr>
            <a:spLocks noGrp="1"/>
          </p:cNvSpPr>
          <p:nvPr>
            <p:ph type="body"/>
          </p:nvPr>
        </p:nvSpPr>
        <p:spPr>
          <a:xfrm>
            <a:off x="457200" y="2741760"/>
            <a:ext cx="40158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p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8556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47" name="PlaceHolder 4"/>
          <p:cNvSpPr>
            <a:spLocks noGrp="1"/>
          </p:cNvSpPr>
          <p:nvPr>
            <p:ph type="body"/>
          </p:nvPr>
        </p:nvSpPr>
        <p:spPr>
          <a:xfrm>
            <a:off x="4674240" y="2741760"/>
            <a:ext cx="40158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p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 type="body"/>
          </p:nvPr>
        </p:nvSpPr>
        <p:spPr>
          <a:xfrm>
            <a:off x="457200" y="2741760"/>
            <a:ext cx="822924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p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body"/>
          </p:nvPr>
        </p:nvSpPr>
        <p:spPr>
          <a:xfrm>
            <a:off x="457200" y="2741760"/>
            <a:ext cx="822924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p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58" name="PlaceHolder 4"/>
          <p:cNvSpPr>
            <a:spLocks noGrp="1"/>
          </p:cNvSpPr>
          <p:nvPr>
            <p:ph type="body"/>
          </p:nvPr>
        </p:nvSpPr>
        <p:spPr>
          <a:xfrm>
            <a:off x="457200" y="2741760"/>
            <a:ext cx="40158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59" name="PlaceHolder 5"/>
          <p:cNvSpPr>
            <a:spLocks noGrp="1"/>
          </p:cNvSpPr>
          <p:nvPr>
            <p:ph type="body"/>
          </p:nvPr>
        </p:nvSpPr>
        <p:spPr>
          <a:xfrm>
            <a:off x="4674240" y="2741760"/>
            <a:ext cx="40158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p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64" name="PlaceHolder 5"/>
          <p:cNvSpPr>
            <a:spLocks noGrp="1"/>
          </p:cNvSpPr>
          <p:nvPr>
            <p:ph type="body"/>
          </p:nvPr>
        </p:nvSpPr>
        <p:spPr>
          <a:xfrm>
            <a:off x="457200" y="2741760"/>
            <a:ext cx="26496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65" name="PlaceHolder 6"/>
          <p:cNvSpPr>
            <a:spLocks noGrp="1"/>
          </p:cNvSpPr>
          <p:nvPr>
            <p:ph type="body"/>
          </p:nvPr>
        </p:nvSpPr>
        <p:spPr>
          <a:xfrm>
            <a:off x="3239640" y="2741760"/>
            <a:ext cx="26496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66" name="PlaceHolder 7"/>
          <p:cNvSpPr>
            <a:spLocks noGrp="1"/>
          </p:cNvSpPr>
          <p:nvPr>
            <p:ph type="body"/>
          </p:nvPr>
        </p:nvSpPr>
        <p:spPr>
          <a:xfrm>
            <a:off x="6022080" y="2741760"/>
            <a:ext cx="26496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p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2185560"/>
          </a:xfrm>
          <a:prstGeom prst="rect">
            <a:avLst/>
          </a:prstGeom>
        </p:spPr>
        <p:txBody>
          <a:bodyPr lIns="0" tIns="0" rIns="0" bIns="0" anchor="ctr">
            <a:spAutoFit/>
          </a:bodyPr>
          <a:p>
            <a:pPr algn="ctr"/>
            <a:endParaRPr lang="es-E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p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8556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p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8556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8556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p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>
            <a:spAutoFit/>
          </a:bodyPr>
          <a:p>
            <a:pPr algn="ctr"/>
            <a:endParaRPr lang="es-E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p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8556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85" name="PlaceHolder 4"/>
          <p:cNvSpPr>
            <a:spLocks noGrp="1"/>
          </p:cNvSpPr>
          <p:nvPr>
            <p:ph type="body"/>
          </p:nvPr>
        </p:nvSpPr>
        <p:spPr>
          <a:xfrm>
            <a:off x="457200" y="2741760"/>
            <a:ext cx="40158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p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8556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89" name="PlaceHolder 4"/>
          <p:cNvSpPr>
            <a:spLocks noGrp="1"/>
          </p:cNvSpPr>
          <p:nvPr>
            <p:ph type="body"/>
          </p:nvPr>
        </p:nvSpPr>
        <p:spPr>
          <a:xfrm>
            <a:off x="4674240" y="2741760"/>
            <a:ext cx="40158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p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93" name="PlaceHolder 4"/>
          <p:cNvSpPr>
            <a:spLocks noGrp="1"/>
          </p:cNvSpPr>
          <p:nvPr>
            <p:ph type="body"/>
          </p:nvPr>
        </p:nvSpPr>
        <p:spPr>
          <a:xfrm>
            <a:off x="457200" y="2741760"/>
            <a:ext cx="822924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p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body"/>
          </p:nvPr>
        </p:nvSpPr>
        <p:spPr>
          <a:xfrm>
            <a:off x="457200" y="2741760"/>
            <a:ext cx="822924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p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00" name="PlaceHolder 4"/>
          <p:cNvSpPr>
            <a:spLocks noGrp="1"/>
          </p:cNvSpPr>
          <p:nvPr>
            <p:ph type="body"/>
          </p:nvPr>
        </p:nvSpPr>
        <p:spPr>
          <a:xfrm>
            <a:off x="457200" y="2741760"/>
            <a:ext cx="40158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01" name="PlaceHolder 5"/>
          <p:cNvSpPr>
            <a:spLocks noGrp="1"/>
          </p:cNvSpPr>
          <p:nvPr>
            <p:ph type="body"/>
          </p:nvPr>
        </p:nvSpPr>
        <p:spPr>
          <a:xfrm>
            <a:off x="4674240" y="2741760"/>
            <a:ext cx="40158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p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05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06" name="PlaceHolder 5"/>
          <p:cNvSpPr>
            <a:spLocks noGrp="1"/>
          </p:cNvSpPr>
          <p:nvPr>
            <p:ph type="body"/>
          </p:nvPr>
        </p:nvSpPr>
        <p:spPr>
          <a:xfrm>
            <a:off x="457200" y="2741760"/>
            <a:ext cx="26496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07" name="PlaceHolder 6"/>
          <p:cNvSpPr>
            <a:spLocks noGrp="1"/>
          </p:cNvSpPr>
          <p:nvPr>
            <p:ph type="body"/>
          </p:nvPr>
        </p:nvSpPr>
        <p:spPr>
          <a:xfrm>
            <a:off x="3239640" y="2741760"/>
            <a:ext cx="26496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08" name="PlaceHolder 7"/>
          <p:cNvSpPr>
            <a:spLocks noGrp="1"/>
          </p:cNvSpPr>
          <p:nvPr>
            <p:ph type="body"/>
          </p:nvPr>
        </p:nvSpPr>
        <p:spPr>
          <a:xfrm>
            <a:off x="6022080" y="2741760"/>
            <a:ext cx="2649600" cy="104220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" Type="http://schemas.openxmlformats.org/officeDocument/2006/relationships/slideLayout" Target="../slideLayouts/slideLayout25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5.xml"/><Relationship Id="rId8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9.xml"/><Relationship Id="rId2" Type="http://schemas.openxmlformats.org/officeDocument/2006/relationships/slideLayout" Target="../slideLayouts/slideLayout38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6.xml"/><Relationship Id="rId1" Type="http://schemas.openxmlformats.org/officeDocument/2006/relationships/slideLayout" Target="../slideLayouts/slideLayout37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6.xml"/><Relationship Id="rId7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0.xml"/><Relationship Id="rId13" Type="http://schemas.openxmlformats.org/officeDocument/2006/relationships/theme" Target="../theme/theme5.xml"/><Relationship Id="rId12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58.xml"/><Relationship Id="rId1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lang="es-ES" sz="4400" b="0" strike="noStrike" spc="-1">
                <a:solidFill>
                  <a:srgbClr val="DFD293"/>
                </a:solidFill>
                <a:latin typeface="Arial" panose="020B0604020202020204"/>
              </a:rPr>
              <a:t>Haga clic para modificar el estilo de título del patrón</a:t>
            </a:r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dt"/>
          </p:nvPr>
        </p:nvSpPr>
        <p:spPr>
          <a:xfrm>
            <a:off x="457200" y="6245280"/>
            <a:ext cx="2133360" cy="475920"/>
          </a:xfrm>
          <a:prstGeom prst="rect">
            <a:avLst/>
          </a:prstGeom>
        </p:spPr>
        <p:txBody>
          <a:bodyPr>
            <a:noAutofit/>
          </a:bodyPr>
          <a:p>
            <a:endParaRPr lang="es-ES" sz="2400" b="0" strike="noStrike" spc="-1">
              <a:latin typeface="Times New Roman" panose="02020603050405020304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ftr"/>
          </p:nvPr>
        </p:nvSpPr>
        <p:spPr>
          <a:xfrm>
            <a:off x="3124080" y="6245280"/>
            <a:ext cx="2895120" cy="475920"/>
          </a:xfrm>
          <a:prstGeom prst="rect">
            <a:avLst/>
          </a:prstGeom>
        </p:spPr>
        <p:txBody>
          <a:bodyPr>
            <a:noAutofit/>
          </a:bodyPr>
          <a:p>
            <a:endParaRPr lang="es-ES" sz="2400" b="0" strike="noStrike" spc="-1">
              <a:latin typeface="Times New Roman" panose="02020603050405020304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sldNum"/>
          </p:nvPr>
        </p:nvSpPr>
        <p:spPr>
          <a:xfrm>
            <a:off x="6553080" y="6245280"/>
            <a:ext cx="2133360" cy="475920"/>
          </a:xfrm>
          <a:prstGeom prst="rect">
            <a:avLst/>
          </a:prstGeom>
        </p:spPr>
        <p:txBody>
          <a:bodyPr>
            <a:noAutofit/>
          </a:bodyPr>
          <a:p>
            <a:pPr algn="r">
              <a:lnSpc>
                <a:spcPct val="100000"/>
              </a:lnSpc>
            </a:pPr>
            <a:fld id="{1CAAE167-9CCA-49CD-B48A-557314EA2230}" type="slidenum">
              <a:rPr lang="es-ES" sz="1400" b="0" strike="noStrike" spc="-1">
                <a:solidFill>
                  <a:srgbClr val="FFFFFF"/>
                </a:solidFill>
                <a:latin typeface="Arial" panose="020B0604020202020204"/>
              </a:rPr>
            </a:fld>
            <a:endParaRPr lang="es-ES" sz="1400" b="0" strike="noStrike" spc="-1">
              <a:latin typeface="Times New Roman" panose="02020603050405020304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s-ES" sz="3200" b="0" strike="noStrike" spc="-1">
                <a:solidFill>
                  <a:srgbClr val="FFFFFF"/>
                </a:solidFill>
                <a:latin typeface="Arial" panose="020B0604020202020204"/>
              </a:rPr>
              <a:t>Pulse para editar el formato de esquema del texto</a:t>
            </a:r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s-ES" sz="2400" b="0" strike="noStrike" spc="-1">
                <a:solidFill>
                  <a:srgbClr val="FFFFFF"/>
                </a:solidFill>
                <a:latin typeface="Arial" panose="020B0604020202020204"/>
              </a:rPr>
              <a:t>Segundo nivel del esquema</a:t>
            </a:r>
            <a:endParaRPr lang="es-ES" sz="24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s-ES" sz="2000" b="0" strike="noStrike" spc="-1">
                <a:solidFill>
                  <a:srgbClr val="FFFFFF"/>
                </a:solidFill>
                <a:latin typeface="Arial" panose="020B0604020202020204"/>
              </a:rPr>
              <a:t>Tercer nivel del esquema</a:t>
            </a:r>
            <a:endParaRPr lang="es-ES" sz="20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s-ES" sz="2000" b="0" strike="noStrike" spc="-1">
                <a:solidFill>
                  <a:srgbClr val="FFFFFF"/>
                </a:solidFill>
                <a:latin typeface="Arial" panose="020B0604020202020204"/>
              </a:rPr>
              <a:t>Cuarto nivel del esquema</a:t>
            </a:r>
            <a:endParaRPr lang="es-ES" sz="20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s-ES" sz="2000" b="0" strike="noStrike" spc="-1">
                <a:solidFill>
                  <a:srgbClr val="FFFFFF"/>
                </a:solidFill>
                <a:latin typeface="Arial" panose="020B0604020202020204"/>
              </a:rPr>
              <a:t>Quinto nivel del esquema</a:t>
            </a:r>
            <a:endParaRPr lang="es-ES" sz="20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s-ES" sz="2000" b="0" strike="noStrike" spc="-1">
                <a:solidFill>
                  <a:srgbClr val="FFFFFF"/>
                </a:solidFill>
                <a:latin typeface="Arial" panose="020B0604020202020204"/>
              </a:rPr>
              <a:t>Sexto nivel del esquema</a:t>
            </a:r>
            <a:endParaRPr lang="es-ES" sz="20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s-ES" sz="2000" b="0" strike="noStrike" spc="-1">
                <a:solidFill>
                  <a:srgbClr val="FFFFFF"/>
                </a:solidFill>
                <a:latin typeface="Arial" panose="020B0604020202020204"/>
              </a:rPr>
              <a:t>Séptimo nivel del esquema</a:t>
            </a:r>
            <a:endParaRPr lang="es-ES" sz="20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lang="es-ES" sz="4400" b="0" strike="noStrike" spc="-1">
                <a:solidFill>
                  <a:srgbClr val="DFD293"/>
                </a:solidFill>
                <a:latin typeface="Arial" panose="020B0604020202020204"/>
              </a:rPr>
              <a:t>Haga clic para modificar el estilo de título del patrón</a:t>
            </a:r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>
            <a:noAutofit/>
          </a:bodyPr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3200" b="0" strike="noStrike" spc="-1">
                <a:solidFill>
                  <a:srgbClr val="FFFFFF"/>
                </a:solidFill>
                <a:latin typeface="Arial" panose="020B0604020202020204"/>
              </a:rPr>
              <a:t>Haga clic para modificar el estilo de texto del patrón</a:t>
            </a:r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FFFFFF"/>
              </a:buClr>
              <a:buFont typeface="Symbol" panose="05050102010706020507" charset="2"/>
              <a:buChar char=""/>
            </a:pPr>
            <a:r>
              <a:rPr lang="es-ES" sz="2800" b="0" strike="noStrike" spc="-1">
                <a:solidFill>
                  <a:srgbClr val="FFFFFF"/>
                </a:solidFill>
                <a:latin typeface="Arial" panose="020B0604020202020204"/>
              </a:rPr>
              <a:t>Segundo nivel</a:t>
            </a:r>
            <a:endParaRPr lang="es-ES" sz="28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1143000" lvl="2" indent="-227965">
              <a:lnSpc>
                <a:spcPct val="100000"/>
              </a:lnSpc>
              <a:spcBef>
                <a:spcPts val="48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2400" b="0" strike="noStrike" spc="-1">
                <a:solidFill>
                  <a:srgbClr val="FFFFFF"/>
                </a:solidFill>
                <a:latin typeface="Arial" panose="020B0604020202020204"/>
              </a:rPr>
              <a:t>Tercer nivel</a:t>
            </a:r>
            <a:endParaRPr lang="es-ES" sz="24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1600200" lvl="3" indent="-227965">
              <a:lnSpc>
                <a:spcPct val="100000"/>
              </a:lnSpc>
              <a:spcBef>
                <a:spcPts val="400"/>
              </a:spcBef>
              <a:buClr>
                <a:srgbClr val="FFFFFF"/>
              </a:buClr>
              <a:buFont typeface="Symbol" panose="05050102010706020507" charset="2"/>
              <a:buChar char=""/>
            </a:pPr>
            <a:r>
              <a:rPr lang="es-ES" sz="2000" b="0" strike="noStrike" spc="-1">
                <a:solidFill>
                  <a:srgbClr val="FFFFFF"/>
                </a:solidFill>
                <a:latin typeface="Arial" panose="020B0604020202020204"/>
              </a:rPr>
              <a:t>Cuarto nivel</a:t>
            </a:r>
            <a:endParaRPr lang="es-ES" sz="20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2057400" lvl="4" indent="-227965">
              <a:lnSpc>
                <a:spcPct val="100000"/>
              </a:lnSpc>
              <a:spcBef>
                <a:spcPts val="400"/>
              </a:spcBef>
              <a:buClr>
                <a:srgbClr val="FFFFFF"/>
              </a:buClr>
              <a:buFont typeface="StarSymbol"/>
              <a:buChar char="»"/>
            </a:pPr>
            <a:r>
              <a:rPr lang="es-ES" sz="2000" b="0" strike="noStrike" spc="-1">
                <a:solidFill>
                  <a:srgbClr val="FFFFFF"/>
                </a:solidFill>
                <a:latin typeface="Arial" panose="020B0604020202020204"/>
              </a:rPr>
              <a:t>Quinto nivel</a:t>
            </a:r>
            <a:endParaRPr lang="es-ES" sz="20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457200" y="6245280"/>
            <a:ext cx="2133360" cy="475920"/>
          </a:xfrm>
          <a:prstGeom prst="rect">
            <a:avLst/>
          </a:prstGeom>
        </p:spPr>
        <p:txBody>
          <a:bodyPr>
            <a:noAutofit/>
          </a:bodyPr>
          <a:p>
            <a:endParaRPr lang="es-ES" sz="2400" b="0" strike="noStrike" spc="-1">
              <a:latin typeface="Times New Roman" panose="02020603050405020304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3124080" y="6245280"/>
            <a:ext cx="2895120" cy="475920"/>
          </a:xfrm>
          <a:prstGeom prst="rect">
            <a:avLst/>
          </a:prstGeom>
        </p:spPr>
        <p:txBody>
          <a:bodyPr>
            <a:noAutofit/>
          </a:bodyPr>
          <a:p>
            <a:endParaRPr lang="es-ES" sz="2400" b="0" strike="noStrike" spc="-1">
              <a:latin typeface="Times New Roman" panose="02020603050405020304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6553080" y="6245280"/>
            <a:ext cx="2133360" cy="475920"/>
          </a:xfrm>
          <a:prstGeom prst="rect">
            <a:avLst/>
          </a:prstGeom>
        </p:spPr>
        <p:txBody>
          <a:bodyPr>
            <a:noAutofit/>
          </a:bodyPr>
          <a:p>
            <a:pPr algn="r">
              <a:lnSpc>
                <a:spcPct val="100000"/>
              </a:lnSpc>
            </a:pPr>
            <a:fld id="{10C41DFA-63A3-4988-946D-5A4E93BF0E5E}" type="slidenum">
              <a:rPr lang="es-ES" sz="1400" b="0" strike="noStrike" spc="-1">
                <a:solidFill>
                  <a:srgbClr val="FFFFFF"/>
                </a:solidFill>
                <a:latin typeface="Arial" panose="020B0604020202020204"/>
              </a:rPr>
            </a:fld>
            <a:endParaRPr lang="es-ES" sz="1400" b="0" strike="noStrike" spc="-1"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lang="es-ES" sz="4400" b="0" strike="noStrike" spc="-1">
                <a:solidFill>
                  <a:srgbClr val="DFD293"/>
                </a:solidFill>
                <a:latin typeface="Arial" panose="020B0604020202020204"/>
              </a:rPr>
              <a:t>Haga clic para modificar el estilo de título del patrón</a:t>
            </a:r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</p:spPr>
        <p:txBody>
          <a:bodyPr>
            <a:noAutofit/>
          </a:bodyPr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3200" b="0" strike="noStrike" spc="-1">
                <a:solidFill>
                  <a:srgbClr val="FFFFFF"/>
                </a:solidFill>
                <a:latin typeface="Arial" panose="020B0604020202020204"/>
              </a:rPr>
              <a:t>Haga clic para modificar el estilo de texto del patrón</a:t>
            </a:r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FFFFFF"/>
              </a:buClr>
              <a:buFont typeface="Symbol" panose="05050102010706020507" charset="2"/>
              <a:buChar char=""/>
            </a:pPr>
            <a:r>
              <a:rPr lang="es-ES" sz="2800" b="0" strike="noStrike" spc="-1">
                <a:solidFill>
                  <a:srgbClr val="FFFFFF"/>
                </a:solidFill>
                <a:latin typeface="Arial" panose="020B0604020202020204"/>
              </a:rPr>
              <a:t>Segundo nivel</a:t>
            </a:r>
            <a:endParaRPr lang="es-ES" sz="28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1143000" lvl="2" indent="-227965">
              <a:lnSpc>
                <a:spcPct val="100000"/>
              </a:lnSpc>
              <a:spcBef>
                <a:spcPts val="48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2400" b="0" strike="noStrike" spc="-1">
                <a:solidFill>
                  <a:srgbClr val="FFFFFF"/>
                </a:solidFill>
                <a:latin typeface="Arial" panose="020B0604020202020204"/>
              </a:rPr>
              <a:t>Tercer nivel</a:t>
            </a:r>
            <a:endParaRPr lang="es-ES" sz="24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1600200" lvl="3" indent="-227965">
              <a:lnSpc>
                <a:spcPct val="100000"/>
              </a:lnSpc>
              <a:spcBef>
                <a:spcPts val="400"/>
              </a:spcBef>
              <a:buClr>
                <a:srgbClr val="FFFFFF"/>
              </a:buClr>
              <a:buFont typeface="Symbol" panose="05050102010706020507" charset="2"/>
              <a:buChar char=""/>
            </a:pPr>
            <a:r>
              <a:rPr lang="es-ES" sz="2000" b="0" strike="noStrike" spc="-1">
                <a:solidFill>
                  <a:srgbClr val="FFFFFF"/>
                </a:solidFill>
                <a:latin typeface="Arial" panose="020B0604020202020204"/>
              </a:rPr>
              <a:t>Cuarto nivel</a:t>
            </a:r>
            <a:endParaRPr lang="es-ES" sz="20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2057400" lvl="4" indent="-227965">
              <a:lnSpc>
                <a:spcPct val="100000"/>
              </a:lnSpc>
              <a:spcBef>
                <a:spcPts val="400"/>
              </a:spcBef>
              <a:buClr>
                <a:srgbClr val="FFFFFF"/>
              </a:buClr>
              <a:buFont typeface="StarSymbol"/>
              <a:buChar char="»"/>
            </a:pPr>
            <a:r>
              <a:rPr lang="es-ES" sz="2000" b="0" strike="noStrike" spc="-1">
                <a:solidFill>
                  <a:srgbClr val="FFFFFF"/>
                </a:solidFill>
                <a:latin typeface="Arial" panose="020B0604020202020204"/>
              </a:rPr>
              <a:t>Quinto nivel</a:t>
            </a:r>
            <a:endParaRPr lang="es-ES" sz="20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2185560"/>
          </a:xfrm>
          <a:prstGeom prst="rect">
            <a:avLst/>
          </a:prstGeom>
        </p:spPr>
        <p:txBody>
          <a:bodyPr>
            <a:noAutofit/>
          </a:bodyPr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3200" b="0" strike="noStrike" spc="-1">
                <a:solidFill>
                  <a:srgbClr val="FFFFFF"/>
                </a:solidFill>
                <a:latin typeface="Arial" panose="020B0604020202020204"/>
              </a:rPr>
              <a:t>Haga clic para modificar el estilo de texto del patrón</a:t>
            </a:r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FFFFFF"/>
              </a:buClr>
              <a:buFont typeface="Symbol" panose="05050102010706020507" charset="2"/>
              <a:buChar char=""/>
            </a:pPr>
            <a:r>
              <a:rPr lang="es-ES" sz="2800" b="0" strike="noStrike" spc="-1">
                <a:solidFill>
                  <a:srgbClr val="FFFFFF"/>
                </a:solidFill>
                <a:latin typeface="Arial" panose="020B0604020202020204"/>
              </a:rPr>
              <a:t>Segundo nivel</a:t>
            </a:r>
            <a:endParaRPr lang="es-ES" sz="28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1143000" lvl="2" indent="-227965">
              <a:lnSpc>
                <a:spcPct val="100000"/>
              </a:lnSpc>
              <a:spcBef>
                <a:spcPts val="48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2400" b="0" strike="noStrike" spc="-1">
                <a:solidFill>
                  <a:srgbClr val="FFFFFF"/>
                </a:solidFill>
                <a:latin typeface="Arial" panose="020B0604020202020204"/>
              </a:rPr>
              <a:t>Tercer nivel</a:t>
            </a:r>
            <a:endParaRPr lang="es-ES" sz="24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1600200" lvl="3" indent="-227965">
              <a:lnSpc>
                <a:spcPct val="100000"/>
              </a:lnSpc>
              <a:spcBef>
                <a:spcPts val="400"/>
              </a:spcBef>
              <a:buClr>
                <a:srgbClr val="FFFFFF"/>
              </a:buClr>
              <a:buFont typeface="Symbol" panose="05050102010706020507" charset="2"/>
              <a:buChar char=""/>
            </a:pPr>
            <a:r>
              <a:rPr lang="es-ES" sz="2000" b="0" strike="noStrike" spc="-1">
                <a:solidFill>
                  <a:srgbClr val="FFFFFF"/>
                </a:solidFill>
                <a:latin typeface="Arial" panose="020B0604020202020204"/>
              </a:rPr>
              <a:t>Cuarto nivel</a:t>
            </a:r>
            <a:endParaRPr lang="es-ES" sz="20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2057400" lvl="4" indent="-227965">
              <a:lnSpc>
                <a:spcPct val="100000"/>
              </a:lnSpc>
              <a:spcBef>
                <a:spcPts val="400"/>
              </a:spcBef>
              <a:buClr>
                <a:srgbClr val="FFFFFF"/>
              </a:buClr>
              <a:buFont typeface="StarSymbol"/>
              <a:buChar char="»"/>
            </a:pPr>
            <a:r>
              <a:rPr lang="es-ES" sz="2000" b="0" strike="noStrike" spc="-1">
                <a:solidFill>
                  <a:srgbClr val="FFFFFF"/>
                </a:solidFill>
                <a:latin typeface="Arial" panose="020B0604020202020204"/>
              </a:rPr>
              <a:t>Quinto nivel</a:t>
            </a:r>
            <a:endParaRPr lang="es-ES" sz="20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body"/>
          </p:nvPr>
        </p:nvSpPr>
        <p:spPr>
          <a:xfrm>
            <a:off x="4648320" y="3938760"/>
            <a:ext cx="4038120" cy="2187360"/>
          </a:xfrm>
          <a:prstGeom prst="rect">
            <a:avLst/>
          </a:prstGeom>
        </p:spPr>
        <p:txBody>
          <a:bodyPr>
            <a:noAutofit/>
          </a:bodyPr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3200" b="0" strike="noStrike" spc="-1">
                <a:solidFill>
                  <a:srgbClr val="FFFFFF"/>
                </a:solidFill>
                <a:latin typeface="Arial" panose="020B0604020202020204"/>
              </a:rPr>
              <a:t>Haga clic para modificar el estilo de texto del patrón</a:t>
            </a:r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FFFFFF"/>
              </a:buClr>
              <a:buFont typeface="Symbol" panose="05050102010706020507" charset="2"/>
              <a:buChar char=""/>
            </a:pPr>
            <a:r>
              <a:rPr lang="es-ES" sz="2800" b="0" strike="noStrike" spc="-1">
                <a:solidFill>
                  <a:srgbClr val="FFFFFF"/>
                </a:solidFill>
                <a:latin typeface="Arial" panose="020B0604020202020204"/>
              </a:rPr>
              <a:t>Segundo nivel</a:t>
            </a:r>
            <a:endParaRPr lang="es-ES" sz="28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1143000" lvl="2" indent="-227965">
              <a:lnSpc>
                <a:spcPct val="100000"/>
              </a:lnSpc>
              <a:spcBef>
                <a:spcPts val="48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2400" b="0" strike="noStrike" spc="-1">
                <a:solidFill>
                  <a:srgbClr val="FFFFFF"/>
                </a:solidFill>
                <a:latin typeface="Arial" panose="020B0604020202020204"/>
              </a:rPr>
              <a:t>Tercer nivel</a:t>
            </a:r>
            <a:endParaRPr lang="es-ES" sz="24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1600200" lvl="3" indent="-227965">
              <a:lnSpc>
                <a:spcPct val="100000"/>
              </a:lnSpc>
              <a:spcBef>
                <a:spcPts val="400"/>
              </a:spcBef>
              <a:buClr>
                <a:srgbClr val="FFFFFF"/>
              </a:buClr>
              <a:buFont typeface="Symbol" panose="05050102010706020507" charset="2"/>
              <a:buChar char=""/>
            </a:pPr>
            <a:r>
              <a:rPr lang="es-ES" sz="2000" b="0" strike="noStrike" spc="-1">
                <a:solidFill>
                  <a:srgbClr val="FFFFFF"/>
                </a:solidFill>
                <a:latin typeface="Arial" panose="020B0604020202020204"/>
              </a:rPr>
              <a:t>Cuarto nivel</a:t>
            </a:r>
            <a:endParaRPr lang="es-ES" sz="20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2057400" lvl="4" indent="-227965">
              <a:lnSpc>
                <a:spcPct val="100000"/>
              </a:lnSpc>
              <a:spcBef>
                <a:spcPts val="400"/>
              </a:spcBef>
              <a:buClr>
                <a:srgbClr val="FFFFFF"/>
              </a:buClr>
              <a:buFont typeface="StarSymbol"/>
              <a:buChar char="»"/>
            </a:pPr>
            <a:r>
              <a:rPr lang="es-ES" sz="2000" b="0" strike="noStrike" spc="-1">
                <a:solidFill>
                  <a:srgbClr val="FFFFFF"/>
                </a:solidFill>
                <a:latin typeface="Arial" panose="020B0604020202020204"/>
              </a:rPr>
              <a:t>Quinto nivel</a:t>
            </a:r>
            <a:endParaRPr lang="es-ES" sz="20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dt"/>
          </p:nvPr>
        </p:nvSpPr>
        <p:spPr>
          <a:xfrm>
            <a:off x="457200" y="6245280"/>
            <a:ext cx="2133360" cy="475920"/>
          </a:xfrm>
          <a:prstGeom prst="rect">
            <a:avLst/>
          </a:prstGeom>
        </p:spPr>
        <p:txBody>
          <a:bodyPr>
            <a:noAutofit/>
          </a:bodyPr>
          <a:p>
            <a:endParaRPr lang="es-ES" sz="2400" b="0" strike="noStrike" spc="-1">
              <a:latin typeface="Times New Roman" panose="02020603050405020304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ftr"/>
          </p:nvPr>
        </p:nvSpPr>
        <p:spPr>
          <a:xfrm>
            <a:off x="3124080" y="6245280"/>
            <a:ext cx="2895120" cy="475920"/>
          </a:xfrm>
          <a:prstGeom prst="rect">
            <a:avLst/>
          </a:prstGeom>
        </p:spPr>
        <p:txBody>
          <a:bodyPr>
            <a:noAutofit/>
          </a:bodyPr>
          <a:p>
            <a:endParaRPr lang="es-ES" sz="2400" b="0" strike="noStrike" spc="-1">
              <a:latin typeface="Times New Roman" panose="02020603050405020304"/>
            </a:endParaRPr>
          </a:p>
        </p:txBody>
      </p:sp>
      <p:sp>
        <p:nvSpPr>
          <p:cNvPr id="88" name="PlaceHolder 7"/>
          <p:cNvSpPr>
            <a:spLocks noGrp="1"/>
          </p:cNvSpPr>
          <p:nvPr>
            <p:ph type="sldNum"/>
          </p:nvPr>
        </p:nvSpPr>
        <p:spPr>
          <a:xfrm>
            <a:off x="6553080" y="6245280"/>
            <a:ext cx="2133360" cy="475920"/>
          </a:xfrm>
          <a:prstGeom prst="rect">
            <a:avLst/>
          </a:prstGeom>
        </p:spPr>
        <p:txBody>
          <a:bodyPr>
            <a:noAutofit/>
          </a:bodyPr>
          <a:p>
            <a:pPr algn="r">
              <a:lnSpc>
                <a:spcPct val="100000"/>
              </a:lnSpc>
            </a:pPr>
            <a:fld id="{67CF1DFA-42E7-44B5-B774-E86259369084}" type="slidenum">
              <a:rPr lang="es-ES" sz="1400" b="0" strike="noStrike" spc="-1">
                <a:solidFill>
                  <a:srgbClr val="FFFFFF"/>
                </a:solidFill>
                <a:latin typeface="Arial" panose="020B0604020202020204"/>
              </a:rPr>
            </a:fld>
            <a:endParaRPr lang="es-ES" sz="1400" b="0" strike="noStrike" spc="-1"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/>
    <p:bodyStyle/>
    <p:otherStyle/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lang="es-ES" sz="4400" b="0" strike="noStrike" spc="-1">
                <a:solidFill>
                  <a:srgbClr val="DFD293"/>
                </a:solidFill>
                <a:latin typeface="Arial" panose="020B0604020202020204"/>
              </a:rPr>
              <a:t>Haga clic para modificar el estilo de título del patrón</a:t>
            </a:r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</p:spPr>
        <p:txBody>
          <a:bodyPr>
            <a:noAutofit/>
          </a:bodyPr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3200" b="0" strike="noStrike" spc="-1">
                <a:solidFill>
                  <a:srgbClr val="FFFFFF"/>
                </a:solidFill>
                <a:latin typeface="Arial" panose="020B0604020202020204"/>
              </a:rPr>
              <a:t>Haga clic para modificar el estilo de texto del patrón</a:t>
            </a:r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FFFFFF"/>
              </a:buClr>
              <a:buFont typeface="Symbol" panose="05050102010706020507" charset="2"/>
              <a:buChar char=""/>
            </a:pPr>
            <a:r>
              <a:rPr lang="es-ES" sz="2800" b="0" strike="noStrike" spc="-1">
                <a:solidFill>
                  <a:srgbClr val="FFFFFF"/>
                </a:solidFill>
                <a:latin typeface="Arial" panose="020B0604020202020204"/>
              </a:rPr>
              <a:t>Segundo nivel</a:t>
            </a:r>
            <a:endParaRPr lang="es-ES" sz="28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1143000" lvl="2" indent="-227965">
              <a:lnSpc>
                <a:spcPct val="100000"/>
              </a:lnSpc>
              <a:spcBef>
                <a:spcPts val="48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2400" b="0" strike="noStrike" spc="-1">
                <a:solidFill>
                  <a:srgbClr val="FFFFFF"/>
                </a:solidFill>
                <a:latin typeface="Arial" panose="020B0604020202020204"/>
              </a:rPr>
              <a:t>Tercer nivel</a:t>
            </a:r>
            <a:endParaRPr lang="es-ES" sz="24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1600200" lvl="3" indent="-227965">
              <a:lnSpc>
                <a:spcPct val="100000"/>
              </a:lnSpc>
              <a:spcBef>
                <a:spcPts val="400"/>
              </a:spcBef>
              <a:buClr>
                <a:srgbClr val="FFFFFF"/>
              </a:buClr>
              <a:buFont typeface="Symbol" panose="05050102010706020507" charset="2"/>
              <a:buChar char=""/>
            </a:pPr>
            <a:r>
              <a:rPr lang="es-ES" sz="2000" b="0" strike="noStrike" spc="-1">
                <a:solidFill>
                  <a:srgbClr val="FFFFFF"/>
                </a:solidFill>
                <a:latin typeface="Arial" panose="020B0604020202020204"/>
              </a:rPr>
              <a:t>Cuarto nivel</a:t>
            </a:r>
            <a:endParaRPr lang="es-ES" sz="20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2057400" lvl="4" indent="-227965">
              <a:lnSpc>
                <a:spcPct val="100000"/>
              </a:lnSpc>
              <a:spcBef>
                <a:spcPts val="400"/>
              </a:spcBef>
              <a:buClr>
                <a:srgbClr val="FFFFFF"/>
              </a:buClr>
              <a:buFont typeface="StarSymbol"/>
              <a:buChar char="»"/>
            </a:pPr>
            <a:r>
              <a:rPr lang="es-ES" sz="2000" b="0" strike="noStrike" spc="-1">
                <a:solidFill>
                  <a:srgbClr val="FFFFFF"/>
                </a:solidFill>
                <a:latin typeface="Arial" panose="020B0604020202020204"/>
              </a:rPr>
              <a:t>Quinto nivel</a:t>
            </a:r>
            <a:endParaRPr lang="es-ES" sz="20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</p:spPr>
        <p:txBody>
          <a:bodyPr>
            <a:noAutofit/>
          </a:bodyPr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3200" b="0" strike="noStrike" spc="-1">
                <a:solidFill>
                  <a:srgbClr val="FFFFFF"/>
                </a:solidFill>
                <a:latin typeface="Arial" panose="020B0604020202020204"/>
              </a:rPr>
              <a:t>Haga clic para modificar el estilo de texto del patrón</a:t>
            </a:r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FFFFFF"/>
              </a:buClr>
              <a:buFont typeface="Symbol" panose="05050102010706020507" charset="2"/>
              <a:buChar char=""/>
            </a:pPr>
            <a:r>
              <a:rPr lang="es-ES" sz="2800" b="0" strike="noStrike" spc="-1">
                <a:solidFill>
                  <a:srgbClr val="FFFFFF"/>
                </a:solidFill>
                <a:latin typeface="Arial" panose="020B0604020202020204"/>
              </a:rPr>
              <a:t>Segundo nivel</a:t>
            </a:r>
            <a:endParaRPr lang="es-ES" sz="28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1143000" lvl="2" indent="-227965">
              <a:lnSpc>
                <a:spcPct val="100000"/>
              </a:lnSpc>
              <a:spcBef>
                <a:spcPts val="48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2400" b="0" strike="noStrike" spc="-1">
                <a:solidFill>
                  <a:srgbClr val="FFFFFF"/>
                </a:solidFill>
                <a:latin typeface="Arial" panose="020B0604020202020204"/>
              </a:rPr>
              <a:t>Tercer nivel</a:t>
            </a:r>
            <a:endParaRPr lang="es-ES" sz="24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1600200" lvl="3" indent="-227965">
              <a:lnSpc>
                <a:spcPct val="100000"/>
              </a:lnSpc>
              <a:spcBef>
                <a:spcPts val="400"/>
              </a:spcBef>
              <a:buClr>
                <a:srgbClr val="FFFFFF"/>
              </a:buClr>
              <a:buFont typeface="Symbol" panose="05050102010706020507" charset="2"/>
              <a:buChar char=""/>
            </a:pPr>
            <a:r>
              <a:rPr lang="es-ES" sz="2000" b="0" strike="noStrike" spc="-1">
                <a:solidFill>
                  <a:srgbClr val="FFFFFF"/>
                </a:solidFill>
                <a:latin typeface="Arial" panose="020B0604020202020204"/>
              </a:rPr>
              <a:t>Cuarto nivel</a:t>
            </a:r>
            <a:endParaRPr lang="es-ES" sz="20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2057400" lvl="4" indent="-227965">
              <a:lnSpc>
                <a:spcPct val="100000"/>
              </a:lnSpc>
              <a:spcBef>
                <a:spcPts val="400"/>
              </a:spcBef>
              <a:buClr>
                <a:srgbClr val="FFFFFF"/>
              </a:buClr>
              <a:buFont typeface="StarSymbol"/>
              <a:buChar char="»"/>
            </a:pPr>
            <a:r>
              <a:rPr lang="es-ES" sz="2000" b="0" strike="noStrike" spc="-1">
                <a:solidFill>
                  <a:srgbClr val="FFFFFF"/>
                </a:solidFill>
                <a:latin typeface="Arial" panose="020B0604020202020204"/>
              </a:rPr>
              <a:t>Quinto nivel</a:t>
            </a:r>
            <a:endParaRPr lang="es-ES" sz="20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dt"/>
          </p:nvPr>
        </p:nvSpPr>
        <p:spPr>
          <a:xfrm>
            <a:off x="457200" y="6245280"/>
            <a:ext cx="2133360" cy="475920"/>
          </a:xfrm>
          <a:prstGeom prst="rect">
            <a:avLst/>
          </a:prstGeom>
        </p:spPr>
        <p:txBody>
          <a:bodyPr>
            <a:noAutofit/>
          </a:bodyPr>
          <a:p>
            <a:endParaRPr lang="es-ES" sz="2400" b="0" strike="noStrike" spc="-1">
              <a:latin typeface="Times New Roman" panose="02020603050405020304"/>
            </a:endParaRPr>
          </a:p>
        </p:txBody>
      </p:sp>
      <p:sp>
        <p:nvSpPr>
          <p:cNvPr id="129" name="PlaceHolder 5"/>
          <p:cNvSpPr>
            <a:spLocks noGrp="1"/>
          </p:cNvSpPr>
          <p:nvPr>
            <p:ph type="ftr"/>
          </p:nvPr>
        </p:nvSpPr>
        <p:spPr>
          <a:xfrm>
            <a:off x="3124080" y="6245280"/>
            <a:ext cx="2895120" cy="475920"/>
          </a:xfrm>
          <a:prstGeom prst="rect">
            <a:avLst/>
          </a:prstGeom>
        </p:spPr>
        <p:txBody>
          <a:bodyPr>
            <a:noAutofit/>
          </a:bodyPr>
          <a:p>
            <a:endParaRPr lang="es-ES" sz="2400" b="0" strike="noStrike" spc="-1">
              <a:latin typeface="Times New Roman" panose="02020603050405020304"/>
            </a:endParaRPr>
          </a:p>
        </p:txBody>
      </p:sp>
      <p:sp>
        <p:nvSpPr>
          <p:cNvPr id="130" name="PlaceHolder 6"/>
          <p:cNvSpPr>
            <a:spLocks noGrp="1"/>
          </p:cNvSpPr>
          <p:nvPr>
            <p:ph type="sldNum"/>
          </p:nvPr>
        </p:nvSpPr>
        <p:spPr>
          <a:xfrm>
            <a:off x="6553080" y="6245280"/>
            <a:ext cx="2133360" cy="475920"/>
          </a:xfrm>
          <a:prstGeom prst="rect">
            <a:avLst/>
          </a:prstGeom>
        </p:spPr>
        <p:txBody>
          <a:bodyPr>
            <a:noAutofit/>
          </a:bodyPr>
          <a:p>
            <a:pPr algn="r">
              <a:lnSpc>
                <a:spcPct val="100000"/>
              </a:lnSpc>
            </a:pPr>
            <a:fld id="{C128F63B-8EED-432F-9A17-85839CC4060A}" type="slidenum">
              <a:rPr lang="es-ES" sz="1400" b="0" strike="noStrike" spc="-1">
                <a:solidFill>
                  <a:srgbClr val="FFFFFF"/>
                </a:solidFill>
                <a:latin typeface="Arial" panose="020B0604020202020204"/>
              </a:rPr>
            </a:fld>
            <a:endParaRPr lang="es-ES" sz="1400" b="0" strike="noStrike" spc="-1"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/>
    <p:bodyStyle/>
    <p:otherStyle/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lang="es-ES" sz="4400" b="0" strike="noStrike" spc="-1">
                <a:solidFill>
                  <a:srgbClr val="DFD293"/>
                </a:solidFill>
                <a:latin typeface="Arial" panose="020B0604020202020204"/>
              </a:rPr>
              <a:t>Haga clic para modificar el estilo de título del patrón</a:t>
            </a:r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85560"/>
          </a:xfrm>
          <a:prstGeom prst="rect">
            <a:avLst/>
          </a:prstGeom>
        </p:spPr>
        <p:txBody>
          <a:bodyPr>
            <a:noAutofit/>
          </a:bodyPr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3200" b="0" strike="noStrike" spc="-1">
                <a:solidFill>
                  <a:srgbClr val="FFFFFF"/>
                </a:solidFill>
                <a:latin typeface="Arial" panose="020B0604020202020204"/>
              </a:rPr>
              <a:t>Haga clic para modificar el estilo de texto del patrón</a:t>
            </a:r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FFFFFF"/>
              </a:buClr>
              <a:buFont typeface="Symbol" panose="05050102010706020507" charset="2"/>
              <a:buChar char=""/>
            </a:pPr>
            <a:r>
              <a:rPr lang="es-ES" sz="2800" b="0" strike="noStrike" spc="-1">
                <a:solidFill>
                  <a:srgbClr val="FFFFFF"/>
                </a:solidFill>
                <a:latin typeface="Arial" panose="020B0604020202020204"/>
              </a:rPr>
              <a:t>Segundo nivel</a:t>
            </a:r>
            <a:endParaRPr lang="es-ES" sz="28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1143000" lvl="2" indent="-227965">
              <a:lnSpc>
                <a:spcPct val="100000"/>
              </a:lnSpc>
              <a:spcBef>
                <a:spcPts val="48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2400" b="0" strike="noStrike" spc="-1">
                <a:solidFill>
                  <a:srgbClr val="FFFFFF"/>
                </a:solidFill>
                <a:latin typeface="Arial" panose="020B0604020202020204"/>
              </a:rPr>
              <a:t>Tercer nivel</a:t>
            </a:r>
            <a:endParaRPr lang="es-ES" sz="24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1600200" lvl="3" indent="-227965">
              <a:lnSpc>
                <a:spcPct val="100000"/>
              </a:lnSpc>
              <a:spcBef>
                <a:spcPts val="400"/>
              </a:spcBef>
              <a:buClr>
                <a:srgbClr val="FFFFFF"/>
              </a:buClr>
              <a:buFont typeface="Symbol" panose="05050102010706020507" charset="2"/>
              <a:buChar char=""/>
            </a:pPr>
            <a:r>
              <a:rPr lang="es-ES" sz="2000" b="0" strike="noStrike" spc="-1">
                <a:solidFill>
                  <a:srgbClr val="FFFFFF"/>
                </a:solidFill>
                <a:latin typeface="Arial" panose="020B0604020202020204"/>
              </a:rPr>
              <a:t>Cuarto nivel</a:t>
            </a:r>
            <a:endParaRPr lang="es-ES" sz="20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2057400" lvl="4" indent="-227965">
              <a:lnSpc>
                <a:spcPct val="100000"/>
              </a:lnSpc>
              <a:spcBef>
                <a:spcPts val="400"/>
              </a:spcBef>
              <a:buClr>
                <a:srgbClr val="FFFFFF"/>
              </a:buClr>
              <a:buFont typeface="StarSymbol"/>
              <a:buChar char="»"/>
            </a:pPr>
            <a:r>
              <a:rPr lang="es-ES" sz="2000" b="0" strike="noStrike" spc="-1">
                <a:solidFill>
                  <a:srgbClr val="FFFFFF"/>
                </a:solidFill>
                <a:latin typeface="Arial" panose="020B0604020202020204"/>
              </a:rPr>
              <a:t>Quinto nivel</a:t>
            </a:r>
            <a:endParaRPr lang="es-ES" sz="20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body"/>
          </p:nvPr>
        </p:nvSpPr>
        <p:spPr>
          <a:xfrm>
            <a:off x="457200" y="3938760"/>
            <a:ext cx="8229240" cy="2187360"/>
          </a:xfrm>
          <a:prstGeom prst="rect">
            <a:avLst/>
          </a:prstGeom>
        </p:spPr>
        <p:txBody>
          <a:bodyPr>
            <a:noAutofit/>
          </a:bodyPr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3200" b="0" strike="noStrike" spc="-1">
                <a:solidFill>
                  <a:srgbClr val="FFFFFF"/>
                </a:solidFill>
                <a:latin typeface="Arial" panose="020B0604020202020204"/>
              </a:rPr>
              <a:t>Haga clic para modificar el estilo de texto del patrón</a:t>
            </a:r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FFFFFF"/>
              </a:buClr>
              <a:buFont typeface="Symbol" panose="05050102010706020507" charset="2"/>
              <a:buChar char=""/>
            </a:pPr>
            <a:r>
              <a:rPr lang="es-ES" sz="2800" b="0" strike="noStrike" spc="-1">
                <a:solidFill>
                  <a:srgbClr val="FFFFFF"/>
                </a:solidFill>
                <a:latin typeface="Arial" panose="020B0604020202020204"/>
              </a:rPr>
              <a:t>Segundo nivel</a:t>
            </a:r>
            <a:endParaRPr lang="es-ES" sz="28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1143000" lvl="2" indent="-227965">
              <a:lnSpc>
                <a:spcPct val="100000"/>
              </a:lnSpc>
              <a:spcBef>
                <a:spcPts val="48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2400" b="0" strike="noStrike" spc="-1">
                <a:solidFill>
                  <a:srgbClr val="FFFFFF"/>
                </a:solidFill>
                <a:latin typeface="Arial" panose="020B0604020202020204"/>
              </a:rPr>
              <a:t>Tercer nivel</a:t>
            </a:r>
            <a:endParaRPr lang="es-ES" sz="24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1600200" lvl="3" indent="-227965">
              <a:lnSpc>
                <a:spcPct val="100000"/>
              </a:lnSpc>
              <a:spcBef>
                <a:spcPts val="400"/>
              </a:spcBef>
              <a:buClr>
                <a:srgbClr val="FFFFFF"/>
              </a:buClr>
              <a:buFont typeface="Symbol" panose="05050102010706020507" charset="2"/>
              <a:buChar char=""/>
            </a:pPr>
            <a:r>
              <a:rPr lang="es-ES" sz="2000" b="0" strike="noStrike" spc="-1">
                <a:solidFill>
                  <a:srgbClr val="FFFFFF"/>
                </a:solidFill>
                <a:latin typeface="Arial" panose="020B0604020202020204"/>
              </a:rPr>
              <a:t>Cuarto nivel</a:t>
            </a:r>
            <a:endParaRPr lang="es-ES" sz="20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2057400" lvl="4" indent="-227965">
              <a:lnSpc>
                <a:spcPct val="100000"/>
              </a:lnSpc>
              <a:spcBef>
                <a:spcPts val="400"/>
              </a:spcBef>
              <a:buClr>
                <a:srgbClr val="FFFFFF"/>
              </a:buClr>
              <a:buFont typeface="StarSymbol"/>
              <a:buChar char="»"/>
            </a:pPr>
            <a:r>
              <a:rPr lang="es-ES" sz="2000" b="0" strike="noStrike" spc="-1">
                <a:solidFill>
                  <a:srgbClr val="FFFFFF"/>
                </a:solidFill>
                <a:latin typeface="Arial" panose="020B0604020202020204"/>
              </a:rPr>
              <a:t>Quinto nivel</a:t>
            </a:r>
            <a:endParaRPr lang="es-ES" sz="20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0" name="PlaceHolder 4"/>
          <p:cNvSpPr>
            <a:spLocks noGrp="1"/>
          </p:cNvSpPr>
          <p:nvPr>
            <p:ph type="dt"/>
          </p:nvPr>
        </p:nvSpPr>
        <p:spPr>
          <a:xfrm>
            <a:off x="457200" y="6245280"/>
            <a:ext cx="2133360" cy="475920"/>
          </a:xfrm>
          <a:prstGeom prst="rect">
            <a:avLst/>
          </a:prstGeom>
        </p:spPr>
        <p:txBody>
          <a:bodyPr>
            <a:noAutofit/>
          </a:bodyPr>
          <a:p>
            <a:endParaRPr lang="es-ES" sz="2400" b="0" strike="noStrike" spc="-1">
              <a:latin typeface="Times New Roman" panose="02020603050405020304"/>
            </a:endParaRPr>
          </a:p>
        </p:txBody>
      </p:sp>
      <p:sp>
        <p:nvSpPr>
          <p:cNvPr id="171" name="PlaceHolder 5"/>
          <p:cNvSpPr>
            <a:spLocks noGrp="1"/>
          </p:cNvSpPr>
          <p:nvPr>
            <p:ph type="ftr"/>
          </p:nvPr>
        </p:nvSpPr>
        <p:spPr>
          <a:xfrm>
            <a:off x="3124080" y="6245280"/>
            <a:ext cx="2895120" cy="475920"/>
          </a:xfrm>
          <a:prstGeom prst="rect">
            <a:avLst/>
          </a:prstGeom>
        </p:spPr>
        <p:txBody>
          <a:bodyPr>
            <a:noAutofit/>
          </a:bodyPr>
          <a:p>
            <a:endParaRPr lang="es-ES" sz="2400" b="0" strike="noStrike" spc="-1">
              <a:latin typeface="Times New Roman" panose="02020603050405020304"/>
            </a:endParaRPr>
          </a:p>
        </p:txBody>
      </p:sp>
      <p:sp>
        <p:nvSpPr>
          <p:cNvPr id="172" name="PlaceHolder 6"/>
          <p:cNvSpPr>
            <a:spLocks noGrp="1"/>
          </p:cNvSpPr>
          <p:nvPr>
            <p:ph type="sldNum"/>
          </p:nvPr>
        </p:nvSpPr>
        <p:spPr>
          <a:xfrm>
            <a:off x="6553080" y="6245280"/>
            <a:ext cx="2133360" cy="475920"/>
          </a:xfrm>
          <a:prstGeom prst="rect">
            <a:avLst/>
          </a:prstGeom>
        </p:spPr>
        <p:txBody>
          <a:bodyPr>
            <a:noAutofit/>
          </a:bodyPr>
          <a:p>
            <a:pPr algn="r">
              <a:lnSpc>
                <a:spcPct val="100000"/>
              </a:lnSpc>
            </a:pPr>
            <a:fld id="{BC0F030B-1023-41F5-87B6-C1BFB343AFF8}" type="slidenum">
              <a:rPr lang="es-ES" sz="1400" b="0" strike="noStrike" spc="-1">
                <a:solidFill>
                  <a:srgbClr val="FFFFFF"/>
                </a:solidFill>
                <a:latin typeface="Arial" panose="020B0604020202020204"/>
              </a:rPr>
            </a:fld>
            <a:endParaRPr lang="es-ES" sz="1400" b="0" strike="noStrike" spc="-1"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7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7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7.xml"/><Relationship Id="rId1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7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7.xml"/><Relationship Id="rId1" Type="http://schemas.openxmlformats.org/officeDocument/2006/relationships/image" Target="../media/image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.xml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9.xml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9.xml"/><Relationship Id="rId1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9.xml"/><Relationship Id="rId1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9.xml"/><Relationship Id="rId1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9.xml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TextShape 1"/>
          <p:cNvSpPr txBox="1"/>
          <p:nvPr/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lang="es-ES" sz="4400" b="0" strike="noStrike" spc="-1">
                <a:solidFill>
                  <a:srgbClr val="DFD293"/>
                </a:solidFill>
                <a:latin typeface="Arial" panose="020B0604020202020204"/>
              </a:rPr>
              <a:t>TEMA 2:</a:t>
            </a:r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16" name="TextShape 2"/>
          <p:cNvSpPr txBox="1"/>
          <p:nvPr/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p>
            <a:pPr algn="ctr">
              <a:lnSpc>
                <a:spcPct val="100000"/>
              </a:lnSpc>
              <a:spcBef>
                <a:spcPts val="640"/>
              </a:spcBef>
            </a:pPr>
            <a:r>
              <a:rPr lang="es-ES" sz="3200" b="0" strike="noStrike" spc="-1">
                <a:solidFill>
                  <a:srgbClr val="FFFFFF"/>
                </a:solidFill>
                <a:latin typeface="Arial" panose="020B0604020202020204"/>
              </a:rPr>
              <a:t>DOMINIOS EN REDES WINDOWS</a:t>
            </a:r>
            <a:endParaRPr lang="es-E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lang="es-ES" sz="4000" b="0" strike="noStrike" spc="-1">
                <a:solidFill>
                  <a:srgbClr val="DFD293"/>
                </a:solidFill>
                <a:latin typeface="Arial" panose="020B0604020202020204"/>
              </a:rPr>
              <a:t>1. INTRODUCCIÓN A WINDOWS 2016 SERVER</a:t>
            </a:r>
            <a:endParaRPr lang="es-ES" sz="40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18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p>
            <a:pPr marL="342900" indent="-342900">
              <a:lnSpc>
                <a:spcPct val="100000"/>
              </a:lnSpc>
              <a:spcBef>
                <a:spcPts val="72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3600" b="0" strike="noStrike" spc="-1">
                <a:solidFill>
                  <a:srgbClr val="FFFFFF"/>
                </a:solidFill>
                <a:latin typeface="Arial" panose="020B0604020202020204"/>
              </a:rPr>
              <a:t>Es un sistema operativo con:</a:t>
            </a:r>
            <a:endParaRPr lang="es-ES" sz="36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742950" lvl="1" indent="-285750">
              <a:lnSpc>
                <a:spcPct val="100000"/>
              </a:lnSpc>
              <a:spcBef>
                <a:spcPts val="640"/>
              </a:spcBef>
              <a:buClr>
                <a:srgbClr val="FFFFFF"/>
              </a:buClr>
              <a:buFont typeface="Symbol" panose="05050102010706020507" charset="2"/>
              <a:buChar char=""/>
            </a:pPr>
            <a:r>
              <a:rPr lang="es-ES" sz="3200" b="0" strike="noStrike" spc="-1">
                <a:solidFill>
                  <a:srgbClr val="FFFFFF"/>
                </a:solidFill>
                <a:latin typeface="Arial" panose="020B0604020202020204"/>
              </a:rPr>
              <a:t>Interfaz gráfica o textual</a:t>
            </a:r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742950" lvl="1" indent="-285750">
              <a:lnSpc>
                <a:spcPct val="100000"/>
              </a:lnSpc>
              <a:spcBef>
                <a:spcPts val="640"/>
              </a:spcBef>
              <a:buClr>
                <a:srgbClr val="FFFFFF"/>
              </a:buClr>
              <a:buFont typeface="Symbol" panose="05050102010706020507" charset="2"/>
              <a:buChar char=""/>
            </a:pPr>
            <a:r>
              <a:rPr lang="es-ES" sz="3200" b="0" strike="noStrike" spc="-1">
                <a:solidFill>
                  <a:srgbClr val="FFFFFF"/>
                </a:solidFill>
                <a:latin typeface="Arial" panose="020B0604020202020204"/>
              </a:rPr>
              <a:t>Multitarea</a:t>
            </a:r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742950" lvl="1" indent="-285750">
              <a:lnSpc>
                <a:spcPct val="100000"/>
              </a:lnSpc>
              <a:spcBef>
                <a:spcPts val="640"/>
              </a:spcBef>
              <a:buClr>
                <a:srgbClr val="FFFFFF"/>
              </a:buClr>
              <a:buFont typeface="Symbol" panose="05050102010706020507" charset="2"/>
              <a:buChar char=""/>
            </a:pPr>
            <a:r>
              <a:rPr lang="es-ES" sz="3200" b="0" strike="noStrike" spc="-1">
                <a:solidFill>
                  <a:srgbClr val="FFFFFF"/>
                </a:solidFill>
                <a:latin typeface="Arial" panose="020B0604020202020204"/>
              </a:rPr>
              <a:t>Multiproceso</a:t>
            </a:r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742950" lvl="1" indent="-285750">
              <a:lnSpc>
                <a:spcPct val="100000"/>
              </a:lnSpc>
              <a:spcBef>
                <a:spcPts val="640"/>
              </a:spcBef>
              <a:buClr>
                <a:srgbClr val="FFFFFF"/>
              </a:buClr>
              <a:buFont typeface="Symbol" panose="05050102010706020507" charset="2"/>
              <a:buChar char=""/>
            </a:pPr>
            <a:r>
              <a:rPr lang="es-ES" sz="3200" b="0" strike="noStrike" spc="-1">
                <a:solidFill>
                  <a:srgbClr val="FFFFFF"/>
                </a:solidFill>
                <a:latin typeface="Arial" panose="020B0604020202020204"/>
              </a:rPr>
              <a:t>Multiusuario</a:t>
            </a:r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742950" lvl="1" indent="-285750">
              <a:lnSpc>
                <a:spcPct val="100000"/>
              </a:lnSpc>
              <a:spcBef>
                <a:spcPts val="640"/>
              </a:spcBef>
              <a:buClr>
                <a:srgbClr val="FFFFFF"/>
              </a:buClr>
              <a:buFont typeface="Symbol" panose="05050102010706020507" charset="2"/>
              <a:buChar char=""/>
            </a:pPr>
            <a:r>
              <a:rPr lang="es-ES" sz="3200" b="0" strike="noStrike" spc="-1">
                <a:solidFill>
                  <a:srgbClr val="FFFFFF"/>
                </a:solidFill>
                <a:latin typeface="Arial" panose="020B0604020202020204"/>
              </a:rPr>
              <a:t>Sistema de ficheros NTFS</a:t>
            </a:r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TextShape 1"/>
          <p:cNvSpPr txBox="1"/>
          <p:nvPr/>
        </p:nvSpPr>
        <p:spPr>
          <a:xfrm>
            <a:off x="0" y="0"/>
            <a:ext cx="9143640" cy="114264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lang="es-ES" sz="4400" b="0" strike="noStrike" spc="-1">
                <a:solidFill>
                  <a:srgbClr val="DFD293"/>
                </a:solidFill>
                <a:latin typeface="Arial" panose="020B0604020202020204"/>
              </a:rPr>
              <a:t>2.1. ARRANQUE DEL SISTEMA</a:t>
            </a:r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20" name="TextShape 2"/>
          <p:cNvSpPr txBox="1"/>
          <p:nvPr/>
        </p:nvSpPr>
        <p:spPr>
          <a:xfrm>
            <a:off x="285840" y="928800"/>
            <a:ext cx="4752720" cy="48528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3200" b="0" strike="noStrike" spc="-1">
                <a:solidFill>
                  <a:srgbClr val="FFFFFF"/>
                </a:solidFill>
                <a:latin typeface="Arial" panose="020B0604020202020204"/>
              </a:rPr>
              <a:t>Pulsamos el botón de encendido del equipo.</a:t>
            </a:r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3200" b="0" strike="noStrike" spc="-1">
                <a:solidFill>
                  <a:srgbClr val="FFFFFF"/>
                </a:solidFill>
                <a:latin typeface="Arial" panose="020B0604020202020204"/>
              </a:rPr>
              <a:t>Aparecerá una pantalla en la que hay que pulsar Ctrl-Alt-Supr para iniciar.</a:t>
            </a:r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3200" b="0" strike="noStrike" spc="-1">
                <a:solidFill>
                  <a:srgbClr val="FFFFFF"/>
                </a:solidFill>
                <a:latin typeface="Arial" panose="020B0604020202020204"/>
              </a:rPr>
              <a:t>Tras eso, se mostrará la pantalla de login y en ella introduciremos la contraseña del administrador.</a:t>
            </a:r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pic>
        <p:nvPicPr>
          <p:cNvPr id="222" name="9 Marcador de contenido"/>
          <p:cNvPicPr/>
          <p:nvPr/>
        </p:nvPicPr>
        <p:blipFill>
          <a:blip r:embed="rId1"/>
          <a:stretch>
            <a:fillRect/>
          </a:stretch>
        </p:blipFill>
        <p:spPr>
          <a:xfrm>
            <a:off x="4929120" y="4143240"/>
            <a:ext cx="3969720" cy="2187360"/>
          </a:xfrm>
          <a:prstGeom prst="rect">
            <a:avLst/>
          </a:prstGeom>
          <a:ln w="9360"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 r="12477"/>
          <a:stretch>
            <a:fillRect/>
          </a:stretch>
        </p:blipFill>
        <p:spPr>
          <a:xfrm>
            <a:off x="5220335" y="1142365"/>
            <a:ext cx="3683635" cy="26295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extShape 1"/>
          <p:cNvSpPr txBox="1"/>
          <p:nvPr/>
        </p:nvSpPr>
        <p:spPr>
          <a:xfrm>
            <a:off x="428760" y="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lang="es-ES" sz="4400" b="0" strike="noStrike" spc="-1">
                <a:solidFill>
                  <a:srgbClr val="DFD293"/>
                </a:solidFill>
                <a:latin typeface="Arial" panose="020B0604020202020204"/>
              </a:rPr>
              <a:t>2.2. PARADA DEL SISTEMA</a:t>
            </a:r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24" name="TextShape 2"/>
          <p:cNvSpPr txBox="1"/>
          <p:nvPr/>
        </p:nvSpPr>
        <p:spPr>
          <a:xfrm>
            <a:off x="285840" y="1071720"/>
            <a:ext cx="8643600" cy="511128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3200" b="0" strike="noStrike" spc="-1">
                <a:solidFill>
                  <a:srgbClr val="FFFFFF"/>
                </a:solidFill>
                <a:latin typeface="Arial" panose="020B0604020202020204"/>
              </a:rPr>
              <a:t>Para apagar el equipo  pulsaremos el botón de inicio + apagar.</a:t>
            </a:r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2405" y="2204720"/>
            <a:ext cx="6290945" cy="45281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extShape 1"/>
          <p:cNvSpPr txBox="1"/>
          <p:nvPr/>
        </p:nvSpPr>
        <p:spPr>
          <a:xfrm>
            <a:off x="500040" y="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lang="es-ES" sz="4400" b="0" strike="noStrike" spc="-1">
                <a:solidFill>
                  <a:srgbClr val="DFD293"/>
                </a:solidFill>
                <a:latin typeface="Arial" panose="020B0604020202020204"/>
              </a:rPr>
              <a:t>2.2. PARADA DEL SISTEMA</a:t>
            </a:r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27" name="TextShape 2"/>
          <p:cNvSpPr txBox="1"/>
          <p:nvPr/>
        </p:nvSpPr>
        <p:spPr>
          <a:xfrm>
            <a:off x="285840" y="928800"/>
            <a:ext cx="8572320" cy="511128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p>
            <a:pPr marL="342900" indent="-342900" algn="just">
              <a:lnSpc>
                <a:spcPct val="100000"/>
              </a:lnSpc>
              <a:spcBef>
                <a:spcPts val="64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3200" b="0" strike="noStrike" spc="-1">
                <a:solidFill>
                  <a:srgbClr val="FFFFFF"/>
                </a:solidFill>
                <a:latin typeface="Arial" panose="020B0604020202020204"/>
              </a:rPr>
              <a:t>Lo normal es que los servidores, una vez instalados permanezcan siempre encendidos, por ello al apagar habrá que especificar el motivo, para que el sistema lleve un historial.</a:t>
            </a:r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pic>
        <p:nvPicPr>
          <p:cNvPr id="228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2500200" y="3429000"/>
            <a:ext cx="4928760" cy="3166560"/>
          </a:xfrm>
          <a:prstGeom prst="rect">
            <a:avLst/>
          </a:prstGeom>
          <a:ln w="936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Shape 1"/>
          <p:cNvSpPr txBox="1"/>
          <p:nvPr/>
        </p:nvSpPr>
        <p:spPr>
          <a:xfrm>
            <a:off x="428760" y="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lang="es-ES" sz="4400" b="0" strike="noStrike" spc="-1">
                <a:solidFill>
                  <a:srgbClr val="DFD293"/>
                </a:solidFill>
                <a:latin typeface="Arial" panose="020B0604020202020204"/>
              </a:rPr>
              <a:t>3.1. DEFINICIÓN DE DOMINIO</a:t>
            </a:r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30" name="TextShape 2"/>
          <p:cNvSpPr txBox="1"/>
          <p:nvPr/>
        </p:nvSpPr>
        <p:spPr>
          <a:xfrm>
            <a:off x="428760" y="1214280"/>
            <a:ext cx="8500680" cy="485748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p>
            <a:pPr marL="342900" indent="-342900">
              <a:lnSpc>
                <a:spcPct val="90000"/>
              </a:lnSpc>
              <a:spcBef>
                <a:spcPts val="72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3600" b="0" strike="noStrike" spc="-1">
                <a:solidFill>
                  <a:srgbClr val="FFFFFF"/>
                </a:solidFill>
                <a:latin typeface="Arial" panose="020B0604020202020204"/>
              </a:rPr>
              <a:t>Hoy en día lo normal es que los ordenadores formen parte de redes de equipos para poder intercambiar información</a:t>
            </a:r>
            <a:endParaRPr lang="es-ES" sz="36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342900" indent="-342900">
              <a:lnSpc>
                <a:spcPct val="90000"/>
              </a:lnSpc>
              <a:spcBef>
                <a:spcPts val="72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3600" b="0" strike="noStrike" spc="-1">
                <a:solidFill>
                  <a:srgbClr val="FFFFFF"/>
                </a:solidFill>
                <a:latin typeface="Arial" panose="020B0604020202020204"/>
              </a:rPr>
              <a:t>Para un Administrador de redes, la forma más eficiente es crear un dominio, en el que la información administrativa y de seguridad se encuentra centralizadas en uno o varios servidores.</a:t>
            </a:r>
            <a:endParaRPr lang="es-ES" sz="36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lang="es-ES" sz="4000" b="0" strike="noStrike" spc="-1">
                <a:solidFill>
                  <a:srgbClr val="DFD293"/>
                </a:solidFill>
                <a:latin typeface="Arial" panose="020B0604020202020204"/>
              </a:rPr>
              <a:t>3.2. DEFINICIÓN DE SERVICIO DE DIRECTORIO ACTIVO</a:t>
            </a:r>
            <a:endParaRPr lang="es-ES" sz="40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32" name="TextShape 2"/>
          <p:cNvSpPr txBox="1"/>
          <p:nvPr/>
        </p:nvSpPr>
        <p:spPr>
          <a:xfrm>
            <a:off x="285840" y="1600200"/>
            <a:ext cx="8643600" cy="499716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p>
            <a:pPr marL="342900" indent="-342900">
              <a:lnSpc>
                <a:spcPct val="90000"/>
              </a:lnSpc>
              <a:spcBef>
                <a:spcPts val="64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3200" b="0" strike="noStrike" spc="-1">
                <a:solidFill>
                  <a:srgbClr val="FFFFFF"/>
                </a:solidFill>
                <a:latin typeface="Arial" panose="020B0604020202020204"/>
              </a:rPr>
              <a:t>El Directorio Activo es el servicio de directorio de una red Windows.</a:t>
            </a:r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342900" indent="-342900">
              <a:lnSpc>
                <a:spcPct val="90000"/>
              </a:lnSpc>
              <a:spcBef>
                <a:spcPts val="64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3200" b="0" strike="noStrike" spc="-1">
                <a:solidFill>
                  <a:srgbClr val="FFFFFF"/>
                </a:solidFill>
                <a:latin typeface="Arial" panose="020B0604020202020204"/>
              </a:rPr>
              <a:t>Guarda la información de los recursos de la red y permite el acceso de los usuarios y las aplicaciones a dichos recursos.</a:t>
            </a:r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342900" indent="-342900">
              <a:lnSpc>
                <a:spcPct val="90000"/>
              </a:lnSpc>
              <a:spcBef>
                <a:spcPts val="64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3200" b="0" strike="noStrike" spc="-1">
                <a:solidFill>
                  <a:srgbClr val="FFFFFF"/>
                </a:solidFill>
                <a:latin typeface="Arial" panose="020B0604020202020204"/>
              </a:rPr>
              <a:t>De esta forma organiza, controla y administra centralizadamente el acceso a los recursos de la red.</a:t>
            </a:r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342900" indent="-342900">
              <a:lnSpc>
                <a:spcPct val="90000"/>
              </a:lnSpc>
              <a:spcBef>
                <a:spcPts val="64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3200" b="0" strike="noStrike" spc="-1">
                <a:solidFill>
                  <a:srgbClr val="FFFFFF"/>
                </a:solidFill>
                <a:latin typeface="Arial" panose="020B0604020202020204"/>
              </a:rPr>
              <a:t>Un equipo con Windows Server al que se le instala el Directorio Activo  se convierte en un </a:t>
            </a:r>
            <a:r>
              <a:rPr lang="es-ES" sz="3200" b="0" u="sng" strike="noStrike" spc="-1">
                <a:solidFill>
                  <a:srgbClr val="FFFF00"/>
                </a:solidFill>
                <a:uFillTx/>
                <a:latin typeface="Arial" panose="020B0604020202020204"/>
              </a:rPr>
              <a:t>controlador de dominio</a:t>
            </a:r>
            <a:r>
              <a:rPr lang="es-ES" sz="3200" b="0" strike="noStrike" spc="-1">
                <a:solidFill>
                  <a:srgbClr val="FFFFFF"/>
                </a:solidFill>
                <a:latin typeface="Arial" panose="020B0604020202020204"/>
              </a:rPr>
              <a:t>.</a:t>
            </a:r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TextShape 1"/>
          <p:cNvSpPr txBox="1"/>
          <p:nvPr/>
        </p:nvSpPr>
        <p:spPr>
          <a:xfrm>
            <a:off x="179280" y="0"/>
            <a:ext cx="8964360" cy="114264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lang="es-ES" sz="4000" b="0" strike="noStrike" spc="-1">
                <a:solidFill>
                  <a:srgbClr val="DFD293"/>
                </a:solidFill>
                <a:latin typeface="Arial" panose="020B0604020202020204"/>
              </a:rPr>
              <a:t>4. ESTRUCTURA DEL DIRECTORIO ACTIVO</a:t>
            </a:r>
            <a:endParaRPr lang="es-ES" sz="40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34" name="TextShape 2"/>
          <p:cNvSpPr txBox="1"/>
          <p:nvPr/>
        </p:nvSpPr>
        <p:spPr>
          <a:xfrm>
            <a:off x="285840" y="1214280"/>
            <a:ext cx="8572320" cy="452556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3200" b="0" strike="noStrike" spc="-1">
                <a:solidFill>
                  <a:srgbClr val="FFFFFF"/>
                </a:solidFill>
                <a:latin typeface="Arial" panose="020B0604020202020204"/>
              </a:rPr>
              <a:t>Componentes de un Directorio Activo:</a:t>
            </a:r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FFFFFF"/>
              </a:buClr>
              <a:buFont typeface="Symbol" panose="05050102010706020507" charset="2"/>
              <a:buChar char=""/>
            </a:pPr>
            <a:r>
              <a:rPr lang="es-ES" sz="2800" b="0" strike="noStrike" spc="-1">
                <a:solidFill>
                  <a:srgbClr val="FFFFFF"/>
                </a:solidFill>
                <a:latin typeface="Arial" panose="020B0604020202020204"/>
              </a:rPr>
              <a:t>Dominio: Agrupa todos los objetos que se van a administrar en el directorio activo.</a:t>
            </a:r>
            <a:endParaRPr lang="es-ES" sz="28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FFFFFF"/>
              </a:buClr>
              <a:buFont typeface="Symbol" panose="05050102010706020507" charset="2"/>
              <a:buChar char=""/>
            </a:pPr>
            <a:r>
              <a:rPr lang="es-ES" sz="2800" b="0" strike="noStrike" spc="-1">
                <a:solidFill>
                  <a:srgbClr val="FFFFFF"/>
                </a:solidFill>
                <a:latin typeface="Arial" panose="020B0604020202020204"/>
              </a:rPr>
              <a:t>Unidad Organizativa: Es un contenedor de objetos que nos va a permitir organizar la información dentro del directorio activo. Puede contener objetos u otras unidades organizativas.</a:t>
            </a:r>
            <a:endParaRPr lang="es-ES" sz="28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FFFFFF"/>
              </a:buClr>
              <a:buFont typeface="Symbol" panose="05050102010706020507" charset="2"/>
              <a:buChar char=""/>
            </a:pPr>
            <a:r>
              <a:rPr lang="es-ES" sz="2800" b="0" strike="noStrike" spc="-1">
                <a:solidFill>
                  <a:srgbClr val="FFFFFF"/>
                </a:solidFill>
                <a:latin typeface="Arial" panose="020B0604020202020204"/>
              </a:rPr>
              <a:t>Grupos: Conjunto de objetos del mismo tipo.</a:t>
            </a:r>
            <a:endParaRPr lang="es-ES" sz="28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FFFFFF"/>
              </a:buClr>
              <a:buFont typeface="Symbol" panose="05050102010706020507" charset="2"/>
              <a:buChar char=""/>
            </a:pPr>
            <a:r>
              <a:rPr lang="es-ES" sz="2800" b="0" strike="noStrike" spc="-1">
                <a:solidFill>
                  <a:srgbClr val="FFFFFF"/>
                </a:solidFill>
                <a:latin typeface="Arial" panose="020B0604020202020204"/>
              </a:rPr>
              <a:t>Objetos: Recurso de red (usuarios, equipos, impresoras…)</a:t>
            </a:r>
            <a:endParaRPr lang="es-ES" sz="28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TextShape 1"/>
          <p:cNvSpPr txBox="1"/>
          <p:nvPr/>
        </p:nvSpPr>
        <p:spPr>
          <a:xfrm>
            <a:off x="0" y="214200"/>
            <a:ext cx="9143640" cy="114264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lang="es-ES" sz="4000" b="0" strike="noStrike" spc="-1">
                <a:solidFill>
                  <a:srgbClr val="DFD293"/>
                </a:solidFill>
                <a:latin typeface="Arial" panose="020B0604020202020204"/>
              </a:rPr>
              <a:t>4.1 NOMBRES DEL DOMINIO Y EQUIPOS</a:t>
            </a:r>
            <a:endParaRPr lang="es-ES" sz="40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36" name="TextShape 2"/>
          <p:cNvSpPr txBox="1"/>
          <p:nvPr/>
        </p:nvSpPr>
        <p:spPr>
          <a:xfrm>
            <a:off x="214200" y="1285920"/>
            <a:ext cx="8715240" cy="499716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p>
            <a:pPr marL="342900" indent="-342900">
              <a:lnSpc>
                <a:spcPct val="100000"/>
              </a:lnSpc>
              <a:spcBef>
                <a:spcPts val="56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2800" b="0" strike="noStrike" spc="-1">
                <a:solidFill>
                  <a:srgbClr val="FFFFFF"/>
                </a:solidFill>
                <a:latin typeface="Arial" panose="020B0604020202020204"/>
              </a:rPr>
              <a:t>Cada equipo promocionado a controlador de dominio, definirá un dominio que tendrá un nombre DNS que lo identifica: </a:t>
            </a:r>
            <a:endParaRPr lang="es-ES" sz="28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742950" lvl="1" indent="-285750">
              <a:lnSpc>
                <a:spcPct val="100000"/>
              </a:lnSpc>
              <a:spcBef>
                <a:spcPts val="480"/>
              </a:spcBef>
              <a:buClr>
                <a:srgbClr val="FFFFFF"/>
              </a:buClr>
              <a:buFont typeface="Symbol" panose="05050102010706020507" charset="2"/>
              <a:buChar char=""/>
            </a:pPr>
            <a:r>
              <a:rPr lang="es-ES" sz="2400" b="0" strike="noStrike" spc="-1">
                <a:solidFill>
                  <a:srgbClr val="FFFFFF"/>
                </a:solidFill>
                <a:latin typeface="Arial" panose="020B0604020202020204"/>
              </a:rPr>
              <a:t>Ej: mcgrawhill.es</a:t>
            </a:r>
            <a:endParaRPr lang="es-ES" sz="2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pic>
        <p:nvPicPr>
          <p:cNvPr id="237" name="Picture 7"/>
          <p:cNvPicPr/>
          <p:nvPr/>
        </p:nvPicPr>
        <p:blipFill>
          <a:blip r:embed="rId1"/>
          <a:stretch>
            <a:fillRect/>
          </a:stretch>
        </p:blipFill>
        <p:spPr>
          <a:xfrm>
            <a:off x="1428840" y="3429000"/>
            <a:ext cx="6767280" cy="3214440"/>
          </a:xfrm>
          <a:prstGeom prst="rect">
            <a:avLst/>
          </a:prstGeom>
          <a:ln w="936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extShape 1"/>
          <p:cNvSpPr txBox="1"/>
          <p:nvPr/>
        </p:nvSpPr>
        <p:spPr>
          <a:xfrm>
            <a:off x="0" y="214200"/>
            <a:ext cx="9143640" cy="114264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lang="es-ES" sz="4000" b="0" strike="noStrike" spc="-1">
                <a:solidFill>
                  <a:srgbClr val="DFD293"/>
                </a:solidFill>
                <a:latin typeface="Arial" panose="020B0604020202020204"/>
              </a:rPr>
              <a:t>4.1 NOMBRES DEL DOMINIO Y EQUIPOS</a:t>
            </a:r>
            <a:endParaRPr lang="es-ES" sz="40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39" name="TextShape 2"/>
          <p:cNvSpPr txBox="1"/>
          <p:nvPr/>
        </p:nvSpPr>
        <p:spPr>
          <a:xfrm>
            <a:off x="214200" y="1285920"/>
            <a:ext cx="8715240" cy="499716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p>
            <a:pPr marL="342900" indent="-342900">
              <a:lnSpc>
                <a:spcPct val="100000"/>
              </a:lnSpc>
              <a:spcBef>
                <a:spcPts val="56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2800" b="0" strike="noStrike" spc="-1">
                <a:solidFill>
                  <a:srgbClr val="FFFFFF"/>
                </a:solidFill>
                <a:latin typeface="Arial" panose="020B0604020202020204"/>
              </a:rPr>
              <a:t>Cada equipo que se una al dominio tendrá un nombre formado por el nombre de equipo y con un sufijo, que será el nombre DNS de dicho dominio.</a:t>
            </a:r>
            <a:endParaRPr lang="es-ES" sz="28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742950" lvl="1" indent="-285750">
              <a:lnSpc>
                <a:spcPct val="100000"/>
              </a:lnSpc>
              <a:spcBef>
                <a:spcPts val="480"/>
              </a:spcBef>
              <a:buClr>
                <a:srgbClr val="FFFFFF"/>
              </a:buClr>
              <a:buFont typeface="Symbol" panose="05050102010706020507" charset="2"/>
              <a:buChar char=""/>
            </a:pPr>
            <a:r>
              <a:rPr lang="es-ES" sz="2400" b="0" strike="noStrike" spc="-1">
                <a:solidFill>
                  <a:srgbClr val="FFFFFF"/>
                </a:solidFill>
                <a:latin typeface="Arial" panose="020B0604020202020204"/>
              </a:rPr>
              <a:t>Ej: editorial.mcgrawhill.es</a:t>
            </a:r>
            <a:endParaRPr lang="es-ES" sz="2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pic>
        <p:nvPicPr>
          <p:cNvPr id="240" name="Picture 6"/>
          <p:cNvPicPr/>
          <p:nvPr/>
        </p:nvPicPr>
        <p:blipFill>
          <a:blip r:embed="rId1"/>
          <a:stretch>
            <a:fillRect/>
          </a:stretch>
        </p:blipFill>
        <p:spPr>
          <a:xfrm>
            <a:off x="1857240" y="3071880"/>
            <a:ext cx="4714560" cy="3596760"/>
          </a:xfrm>
          <a:prstGeom prst="rect">
            <a:avLst/>
          </a:prstGeom>
          <a:ln w="936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TextShape 1"/>
          <p:cNvSpPr txBox="1"/>
          <p:nvPr/>
        </p:nvSpPr>
        <p:spPr>
          <a:xfrm>
            <a:off x="0" y="0"/>
            <a:ext cx="9143640" cy="114264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lang="es-ES" sz="4000" b="0" strike="noStrike" spc="-1">
                <a:solidFill>
                  <a:srgbClr val="DFD293"/>
                </a:solidFill>
                <a:latin typeface="Arial" panose="020B0604020202020204"/>
              </a:rPr>
              <a:t>4.2. FUNCIONES DE LOS NOMBRES DNS</a:t>
            </a:r>
            <a:endParaRPr lang="es-ES" sz="40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42" name="TextShape 2"/>
          <p:cNvSpPr txBox="1"/>
          <p:nvPr/>
        </p:nvSpPr>
        <p:spPr>
          <a:xfrm>
            <a:off x="457200" y="1268280"/>
            <a:ext cx="8507160" cy="5256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p>
            <a:pPr marL="342900" indent="-342900">
              <a:lnSpc>
                <a:spcPct val="90000"/>
              </a:lnSpc>
              <a:spcBef>
                <a:spcPts val="64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3200" b="0" u="sng" strike="noStrike" spc="-1">
                <a:solidFill>
                  <a:srgbClr val="FFFFFF"/>
                </a:solidFill>
                <a:uFillTx/>
                <a:latin typeface="Arial" panose="020B0604020202020204"/>
              </a:rPr>
              <a:t>Resolución de nombres</a:t>
            </a:r>
            <a:r>
              <a:rPr lang="es-ES" sz="3200" b="0" strike="noStrike" spc="-1">
                <a:solidFill>
                  <a:srgbClr val="FFFFFF"/>
                </a:solidFill>
                <a:latin typeface="Arial" panose="020B0604020202020204"/>
              </a:rPr>
              <a:t>: DNS permite convertir los nombres de equipo en direcciones IP.</a:t>
            </a:r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342900" indent="-342900">
              <a:lnSpc>
                <a:spcPct val="90000"/>
              </a:lnSpc>
              <a:spcBef>
                <a:spcPts val="64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3200" b="0" u="sng" strike="noStrike" spc="-1">
                <a:solidFill>
                  <a:srgbClr val="FFFFFF"/>
                </a:solidFill>
                <a:uFillTx/>
                <a:latin typeface="Arial" panose="020B0604020202020204"/>
              </a:rPr>
              <a:t>Definición del espacio de nombres</a:t>
            </a:r>
            <a:r>
              <a:rPr lang="es-ES" sz="3200" b="0" strike="noStrike" spc="-1">
                <a:solidFill>
                  <a:srgbClr val="FFFFFF"/>
                </a:solidFill>
                <a:latin typeface="Arial" panose="020B0604020202020204"/>
              </a:rPr>
              <a:t>: El Da usa las nomenclatura de DNS para asignar nombre a los dominios.</a:t>
            </a:r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342900" indent="-342900">
              <a:lnSpc>
                <a:spcPct val="90000"/>
              </a:lnSpc>
              <a:spcBef>
                <a:spcPts val="64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3200" b="0" u="sng" strike="noStrike" spc="-1">
                <a:solidFill>
                  <a:srgbClr val="FFFFFF"/>
                </a:solidFill>
                <a:uFillTx/>
                <a:latin typeface="Arial" panose="020B0604020202020204"/>
              </a:rPr>
              <a:t>Búsqueda de los componentes del Directorio Activo</a:t>
            </a:r>
            <a:r>
              <a:rPr lang="es-ES" sz="3200" b="0" strike="noStrike" spc="-1">
                <a:solidFill>
                  <a:srgbClr val="FFFFFF"/>
                </a:solidFill>
                <a:latin typeface="Arial" panose="020B0604020202020204"/>
              </a:rPr>
              <a:t>: Para iniciar una sesión de red y usar los recursos del DA, el equipo que se conecta debe encontrar primero un controlador de dominio.</a:t>
            </a:r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lang="es-ES" sz="4400" b="0" strike="noStrike" spc="-1">
                <a:solidFill>
                  <a:srgbClr val="DFD293"/>
                </a:solidFill>
                <a:latin typeface="Arial" panose="020B0604020202020204"/>
              </a:rPr>
              <a:t>5. TÉRMINOS DEL DA</a:t>
            </a:r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44" name="TextShape 2"/>
          <p:cNvSpPr txBox="1"/>
          <p:nvPr/>
        </p:nvSpPr>
        <p:spPr>
          <a:xfrm>
            <a:off x="457200" y="1916280"/>
            <a:ext cx="4978080" cy="453672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p>
            <a:pPr marL="342900" indent="-342900">
              <a:lnSpc>
                <a:spcPct val="100000"/>
              </a:lnSpc>
              <a:spcBef>
                <a:spcPts val="56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2800" b="0" strike="noStrike" spc="-1">
                <a:solidFill>
                  <a:srgbClr val="FFFFFF"/>
                </a:solidFill>
                <a:latin typeface="Arial" panose="020B0604020202020204"/>
              </a:rPr>
              <a:t>Espacio de nombres: Área en la cual un nombre puede ser resuelto.</a:t>
            </a:r>
            <a:endParaRPr lang="es-ES" sz="28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lang="es-ES" sz="28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342900" indent="-342900">
              <a:lnSpc>
                <a:spcPct val="100000"/>
              </a:lnSpc>
              <a:spcBef>
                <a:spcPts val="56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2800" b="0" strike="noStrike" spc="-1">
                <a:solidFill>
                  <a:srgbClr val="FFFFFF"/>
                </a:solidFill>
                <a:latin typeface="Arial" panose="020B0604020202020204"/>
              </a:rPr>
              <a:t>Resolución de nombres: Proceso de traducción de un nombre en un objeto.</a:t>
            </a:r>
            <a:endParaRPr lang="es-ES" sz="28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pic>
        <p:nvPicPr>
          <p:cNvPr id="245" name="Picture 7"/>
          <p:cNvPicPr/>
          <p:nvPr/>
        </p:nvPicPr>
        <p:blipFill>
          <a:blip r:embed="rId1"/>
          <a:stretch>
            <a:fillRect/>
          </a:stretch>
        </p:blipFill>
        <p:spPr>
          <a:xfrm>
            <a:off x="5580000" y="2421000"/>
            <a:ext cx="3322440" cy="3055680"/>
          </a:xfrm>
          <a:prstGeom prst="rect">
            <a:avLst/>
          </a:prstGeom>
          <a:ln w="936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Picture 7"/>
          <p:cNvPicPr/>
          <p:nvPr/>
        </p:nvPicPr>
        <p:blipFill>
          <a:blip r:embed="rId1"/>
          <a:stretch>
            <a:fillRect/>
          </a:stretch>
        </p:blipFill>
        <p:spPr>
          <a:xfrm>
            <a:off x="6443640" y="692280"/>
            <a:ext cx="2288880" cy="2660400"/>
          </a:xfrm>
          <a:prstGeom prst="rect">
            <a:avLst/>
          </a:prstGeom>
          <a:ln w="9360">
            <a:noFill/>
          </a:ln>
        </p:spPr>
      </p:pic>
      <p:sp>
        <p:nvSpPr>
          <p:cNvPr id="247" name="TextShape 1"/>
          <p:cNvSpPr txBox="1"/>
          <p:nvPr/>
        </p:nvSpPr>
        <p:spPr>
          <a:xfrm>
            <a:off x="-1116000" y="0"/>
            <a:ext cx="9143640" cy="114264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lang="es-ES" sz="4400" b="0" strike="noStrike" spc="-1">
                <a:solidFill>
                  <a:srgbClr val="DFD293"/>
                </a:solidFill>
                <a:latin typeface="Arial" panose="020B0604020202020204"/>
              </a:rPr>
              <a:t>5. TÉRMINOS DEL DA</a:t>
            </a:r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48" name="TextShape 2"/>
          <p:cNvSpPr txBox="1"/>
          <p:nvPr/>
        </p:nvSpPr>
        <p:spPr>
          <a:xfrm>
            <a:off x="0" y="1413000"/>
            <a:ext cx="4247640" cy="452556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p>
            <a:pPr marL="342900" indent="-342900">
              <a:lnSpc>
                <a:spcPct val="100000"/>
              </a:lnSpc>
              <a:spcBef>
                <a:spcPts val="56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2800" b="0" strike="noStrike" spc="-1">
                <a:solidFill>
                  <a:srgbClr val="FFFFFF"/>
                </a:solidFill>
                <a:latin typeface="Arial" panose="020B0604020202020204"/>
              </a:rPr>
              <a:t>Árbol: Conjunto de uno o más dominios que comparten un espacio de nombres contiguo.</a:t>
            </a:r>
            <a:endParaRPr lang="es-ES" sz="28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lang="es-ES" sz="28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342900" indent="-342900">
              <a:lnSpc>
                <a:spcPct val="100000"/>
              </a:lnSpc>
              <a:spcBef>
                <a:spcPts val="56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2800" b="0" strike="noStrike" spc="-1">
                <a:solidFill>
                  <a:srgbClr val="FFFFFF"/>
                </a:solidFill>
                <a:latin typeface="Arial" panose="020B0604020202020204"/>
              </a:rPr>
              <a:t>Bosque: Grupo de árboles que no comparten un espacio de nombres contiguo, conectados a través de relaciones de confianza.</a:t>
            </a:r>
            <a:endParaRPr lang="es-ES" sz="28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lang="es-ES" sz="28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pic>
        <p:nvPicPr>
          <p:cNvPr id="249" name="Picture 8"/>
          <p:cNvPicPr/>
          <p:nvPr/>
        </p:nvPicPr>
        <p:blipFill>
          <a:blip r:embed="rId2"/>
          <a:stretch>
            <a:fillRect/>
          </a:stretch>
        </p:blipFill>
        <p:spPr>
          <a:xfrm>
            <a:off x="4356000" y="4076640"/>
            <a:ext cx="4619160" cy="2169720"/>
          </a:xfrm>
          <a:prstGeom prst="rect">
            <a:avLst/>
          </a:prstGeom>
          <a:ln w="9360">
            <a:noFill/>
          </a:ln>
        </p:spPr>
      </p:pic>
      <p:sp>
        <p:nvSpPr>
          <p:cNvPr id="250" name="Line 3"/>
          <p:cNvSpPr/>
          <p:nvPr/>
        </p:nvSpPr>
        <p:spPr>
          <a:xfrm>
            <a:off x="323640" y="3573360"/>
            <a:ext cx="8642520" cy="0"/>
          </a:xfrm>
          <a:prstGeom prst="line">
            <a:avLst/>
          </a:prstGeom>
          <a:ln w="9360">
            <a:solidFill>
              <a:schemeClr val="tx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lang="es-ES" sz="4000" b="0" strike="noStrike" spc="-1">
                <a:solidFill>
                  <a:srgbClr val="DFD293"/>
                </a:solidFill>
                <a:latin typeface="Arial" panose="020B0604020202020204"/>
              </a:rPr>
              <a:t>6. REQUISITOS PARA CREAR UN DOMINIO</a:t>
            </a:r>
            <a:endParaRPr lang="es-ES" sz="40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52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p>
            <a:pPr marL="342900" indent="-342900">
              <a:lnSpc>
                <a:spcPct val="90000"/>
              </a:lnSpc>
              <a:spcBef>
                <a:spcPts val="64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3200" b="0" strike="noStrike" spc="-1">
                <a:solidFill>
                  <a:srgbClr val="FFFFFF"/>
                </a:solidFill>
                <a:latin typeface="Arial" panose="020B0604020202020204"/>
              </a:rPr>
              <a:t>Tener instalado un Windows Server, en cualquiera de sus versiones.</a:t>
            </a:r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342900" indent="-342900">
              <a:lnSpc>
                <a:spcPct val="90000"/>
              </a:lnSpc>
              <a:spcBef>
                <a:spcPts val="64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3200" b="0" strike="noStrike" spc="-1">
                <a:solidFill>
                  <a:srgbClr val="FFFFFF"/>
                </a:solidFill>
                <a:latin typeface="Arial" panose="020B0604020202020204"/>
              </a:rPr>
              <a:t>Tener instalado y configurado un protocolo de red TCP/IP</a:t>
            </a:r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342900" indent="-342900">
              <a:lnSpc>
                <a:spcPct val="90000"/>
              </a:lnSpc>
              <a:spcBef>
                <a:spcPts val="64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3200" b="0" strike="noStrike" spc="-1">
                <a:solidFill>
                  <a:srgbClr val="FFFFFF"/>
                </a:solidFill>
                <a:latin typeface="Arial" panose="020B0604020202020204"/>
              </a:rPr>
              <a:t>Tener un DNS instalado y configurado en la red</a:t>
            </a:r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342900" indent="-342900">
              <a:lnSpc>
                <a:spcPct val="90000"/>
              </a:lnSpc>
              <a:spcBef>
                <a:spcPts val="64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3200" b="0" strike="noStrike" spc="-1">
                <a:solidFill>
                  <a:srgbClr val="FFFFFF"/>
                </a:solidFill>
                <a:latin typeface="Arial" panose="020B0604020202020204"/>
              </a:rPr>
              <a:t>Disponer de más de 250 MB de espacio libre en disco y por lo menos una partición debe estar formateada en NTFS.</a:t>
            </a:r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lang="es-ES" sz="4000" b="0" strike="noStrike" spc="-1">
                <a:solidFill>
                  <a:srgbClr val="DFD293"/>
                </a:solidFill>
                <a:latin typeface="Arial" panose="020B0604020202020204"/>
              </a:rPr>
              <a:t>6.1 PLANIFICACIÓN DE LA ESTRUCTURA DE DOMINIOS</a:t>
            </a:r>
            <a:endParaRPr lang="es-ES" sz="40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54" name="TextShape 2"/>
          <p:cNvSpPr txBox="1"/>
          <p:nvPr/>
        </p:nvSpPr>
        <p:spPr>
          <a:xfrm>
            <a:off x="250920" y="1700280"/>
            <a:ext cx="3538080" cy="452556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p>
            <a:pPr marL="342900" indent="-342900">
              <a:lnSpc>
                <a:spcPct val="100000"/>
              </a:lnSpc>
              <a:spcBef>
                <a:spcPts val="56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2800" b="0" u="sng" strike="noStrike" spc="-1">
                <a:solidFill>
                  <a:srgbClr val="FFFFFF"/>
                </a:solidFill>
                <a:uFillTx/>
                <a:latin typeface="Arial" panose="020B0604020202020204"/>
              </a:rPr>
              <a:t>Necesitamos un solo dominio</a:t>
            </a:r>
            <a:r>
              <a:rPr lang="es-ES" sz="2800" b="0" strike="noStrike" spc="-1">
                <a:solidFill>
                  <a:srgbClr val="FFFFFF"/>
                </a:solidFill>
                <a:latin typeface="Arial" panose="020B0604020202020204"/>
              </a:rPr>
              <a:t>: Tendremos un ordenador principal que controla todo el sistema. Pudiendo tener subdominios.</a:t>
            </a:r>
            <a:endParaRPr lang="es-ES" sz="28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lang="es-ES" sz="28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pic>
        <p:nvPicPr>
          <p:cNvPr id="255" name="Picture 6"/>
          <p:cNvPicPr/>
          <p:nvPr/>
        </p:nvPicPr>
        <p:blipFill>
          <a:blip r:embed="rId1"/>
          <a:stretch>
            <a:fillRect/>
          </a:stretch>
        </p:blipFill>
        <p:spPr>
          <a:xfrm>
            <a:off x="3851280" y="1773360"/>
            <a:ext cx="5113080" cy="4824000"/>
          </a:xfrm>
          <a:prstGeom prst="rect">
            <a:avLst/>
          </a:prstGeom>
          <a:ln w="936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lang="es-ES" sz="4000" b="0" strike="noStrike" spc="-1">
                <a:solidFill>
                  <a:srgbClr val="DFD293"/>
                </a:solidFill>
                <a:latin typeface="Arial" panose="020B0604020202020204"/>
              </a:rPr>
              <a:t>6.1 PLANIFICACIÓN DE LA ESTRUCTURA DE DOMINIOS</a:t>
            </a:r>
            <a:endParaRPr lang="es-ES" sz="40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57" name="TextShape 2"/>
          <p:cNvSpPr txBox="1"/>
          <p:nvPr/>
        </p:nvSpPr>
        <p:spPr>
          <a:xfrm>
            <a:off x="457200" y="1600200"/>
            <a:ext cx="8229240" cy="218556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p>
            <a:pPr marL="342900" indent="-342900">
              <a:lnSpc>
                <a:spcPct val="100000"/>
              </a:lnSpc>
              <a:spcBef>
                <a:spcPts val="56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2800" b="0" u="sng" strike="noStrike" spc="-1">
                <a:solidFill>
                  <a:srgbClr val="FFFFFF"/>
                </a:solidFill>
                <a:uFillTx/>
                <a:latin typeface="Arial" panose="020B0604020202020204"/>
              </a:rPr>
              <a:t>Necesitamos más de un dominio</a:t>
            </a:r>
            <a:r>
              <a:rPr lang="es-ES" sz="2800" b="0" strike="noStrike" spc="-1">
                <a:solidFill>
                  <a:srgbClr val="FFFFFF"/>
                </a:solidFill>
                <a:latin typeface="Arial" panose="020B0604020202020204"/>
              </a:rPr>
              <a:t>: Tendremos más de un controlador de dominio principal con sus correspondientes subdominios.</a:t>
            </a:r>
            <a:endParaRPr lang="es-ES" sz="28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pic>
        <p:nvPicPr>
          <p:cNvPr id="258" name="Picture 5"/>
          <p:cNvPicPr/>
          <p:nvPr/>
        </p:nvPicPr>
        <p:blipFill>
          <a:blip r:embed="rId1"/>
          <a:stretch>
            <a:fillRect/>
          </a:stretch>
        </p:blipFill>
        <p:spPr>
          <a:xfrm>
            <a:off x="539640" y="3213000"/>
            <a:ext cx="8353080" cy="3384360"/>
          </a:xfrm>
          <a:prstGeom prst="rect">
            <a:avLst/>
          </a:prstGeom>
          <a:ln w="936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lang="es-ES" sz="4000" b="0" strike="noStrike" spc="-1">
                <a:solidFill>
                  <a:srgbClr val="DFD293"/>
                </a:solidFill>
                <a:latin typeface="Arial" panose="020B0604020202020204"/>
              </a:rPr>
              <a:t>6.1. PLANIFICACIÓN DE LA ESTRUCTURA DE DOMINIOS</a:t>
            </a:r>
            <a:endParaRPr lang="es-ES" sz="40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60" name="TextShape 2"/>
          <p:cNvSpPr txBox="1"/>
          <p:nvPr/>
        </p:nvSpPr>
        <p:spPr>
          <a:xfrm>
            <a:off x="468360" y="1933560"/>
            <a:ext cx="8507160" cy="492408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3200" b="0" strike="noStrike" spc="-1">
                <a:solidFill>
                  <a:srgbClr val="FFFFFF"/>
                </a:solidFill>
                <a:latin typeface="Arial" panose="020B0604020202020204"/>
              </a:rPr>
              <a:t>La estructura jerárquica de dominios se crea de arriba abajo.</a:t>
            </a:r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3200" b="0" strike="noStrike" spc="-1">
                <a:solidFill>
                  <a:srgbClr val="FFFFFF"/>
                </a:solidFill>
                <a:latin typeface="Arial" panose="020B0604020202020204"/>
              </a:rPr>
              <a:t>Primero se crea el dominio raíz del bosque.</a:t>
            </a:r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3200" b="0" strike="noStrike" spc="-1">
                <a:solidFill>
                  <a:srgbClr val="FFFFFF"/>
                </a:solidFill>
                <a:latin typeface="Arial" panose="020B0604020202020204"/>
              </a:rPr>
              <a:t>Después agregaremos dominios:</a:t>
            </a:r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FFFFFF"/>
              </a:buClr>
              <a:buFont typeface="Symbol" panose="05050102010706020507" charset="2"/>
              <a:buChar char=""/>
            </a:pPr>
            <a:r>
              <a:rPr lang="es-ES" sz="2800" b="0" strike="noStrike" spc="-1">
                <a:solidFill>
                  <a:srgbClr val="FFFFFF"/>
                </a:solidFill>
                <a:latin typeface="Arial" panose="020B0604020202020204"/>
              </a:rPr>
              <a:t>Como subdominios de la raíz (árbol de dominios)</a:t>
            </a:r>
            <a:endParaRPr lang="es-ES" sz="28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FFFFFF"/>
              </a:buClr>
              <a:buFont typeface="Symbol" panose="05050102010706020507" charset="2"/>
              <a:buChar char=""/>
            </a:pPr>
            <a:r>
              <a:rPr lang="es-ES" sz="2800" b="0" strike="noStrike" spc="-1">
                <a:solidFill>
                  <a:srgbClr val="FFFFFF"/>
                </a:solidFill>
                <a:latin typeface="Arial" panose="020B0604020202020204"/>
              </a:rPr>
              <a:t>Como hermanos de la raíz (bosque de dominios).</a:t>
            </a:r>
            <a:endParaRPr lang="es-ES" sz="28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TextShape 1"/>
          <p:cNvSpPr txBox="1"/>
          <p:nvPr/>
        </p:nvSpPr>
        <p:spPr>
          <a:xfrm>
            <a:off x="457200" y="333360"/>
            <a:ext cx="8686440" cy="114264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lang="es-ES" sz="4000" b="0" strike="noStrike" spc="-1">
                <a:solidFill>
                  <a:srgbClr val="DFD293"/>
                </a:solidFill>
                <a:latin typeface="Arial" panose="020B0604020202020204"/>
              </a:rPr>
              <a:t>6.2. CONSIDERACIONES PREVIAS A LA INSTALACIÓN DEL DA</a:t>
            </a:r>
            <a:endParaRPr lang="es-ES" sz="40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62" name="TextShape 2"/>
          <p:cNvSpPr txBox="1"/>
          <p:nvPr/>
        </p:nvSpPr>
        <p:spPr>
          <a:xfrm>
            <a:off x="539640" y="1989000"/>
            <a:ext cx="8229240" cy="452556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3200" b="0" strike="noStrike" spc="-1">
                <a:solidFill>
                  <a:srgbClr val="FFFFFF"/>
                </a:solidFill>
                <a:latin typeface="Arial" panose="020B0604020202020204"/>
              </a:rPr>
              <a:t>Si queremos un único controlador de dominio o varios.</a:t>
            </a:r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3200" b="0" strike="noStrike" spc="-1">
                <a:solidFill>
                  <a:srgbClr val="FFFFFF"/>
                </a:solidFill>
                <a:latin typeface="Arial" panose="020B0604020202020204"/>
              </a:rPr>
              <a:t>Identificar el ordenador en el que instalar el DA.</a:t>
            </a:r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3200" b="0" strike="noStrike" spc="-1">
                <a:solidFill>
                  <a:srgbClr val="FFFFFF"/>
                </a:solidFill>
                <a:latin typeface="Arial" panose="020B0604020202020204"/>
              </a:rPr>
              <a:t>Saber el nombre del equipo antes de instalar el DA.</a:t>
            </a:r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TextShape 1"/>
          <p:cNvSpPr txBox="1"/>
          <p:nvPr/>
        </p:nvSpPr>
        <p:spPr>
          <a:xfrm>
            <a:off x="0" y="274680"/>
            <a:ext cx="9143640" cy="114264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lang="es-ES" sz="4000" b="0" strike="noStrike" spc="-1">
                <a:solidFill>
                  <a:srgbClr val="DFD293"/>
                </a:solidFill>
                <a:latin typeface="Arial" panose="020B0604020202020204"/>
              </a:rPr>
              <a:t>7. ELIMINACIÓN DE UN CONTROLADOR DE DOMINIO</a:t>
            </a:r>
            <a:endParaRPr lang="es-ES" sz="40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64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3200" b="0" strike="noStrike" spc="-1">
                <a:solidFill>
                  <a:srgbClr val="FFFFFF"/>
                </a:solidFill>
                <a:latin typeface="Arial" panose="020B0604020202020204"/>
              </a:rPr>
              <a:t>Al desinstalar el DA de nuestro equipo, perderemos toda la configuración realizada hasta el momento.</a:t>
            </a:r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3200" b="0" strike="noStrike" spc="-1">
                <a:solidFill>
                  <a:srgbClr val="FFFFFF"/>
                </a:solidFill>
                <a:latin typeface="Arial" panose="020B0604020202020204"/>
              </a:rPr>
              <a:t>Si el controlador de dominio es único no hay problema.</a:t>
            </a:r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3200" b="0" strike="noStrike" spc="-1">
                <a:solidFill>
                  <a:srgbClr val="FFFFFF"/>
                </a:solidFill>
                <a:latin typeface="Arial" panose="020B0604020202020204"/>
              </a:rPr>
              <a:t>Si el controlador tiene subdominios, no podríamos eliminarlo. Hay que eliminar antes los subdominios.</a:t>
            </a:r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lang="es-ES" sz="4000" b="0" strike="noStrike" spc="-1">
                <a:solidFill>
                  <a:srgbClr val="DFD293"/>
                </a:solidFill>
                <a:latin typeface="Arial" panose="020B0604020202020204"/>
              </a:rPr>
              <a:t>8. OBJETOS QUE ADMINISTRA UN DOMINIO</a:t>
            </a:r>
            <a:endParaRPr lang="es-ES" sz="40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66" name="TextShape 2"/>
          <p:cNvSpPr txBox="1"/>
          <p:nvPr/>
        </p:nvSpPr>
        <p:spPr>
          <a:xfrm>
            <a:off x="457200" y="1600200"/>
            <a:ext cx="8229240" cy="506844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p>
            <a:pPr marL="342900" indent="-342900">
              <a:lnSpc>
                <a:spcPct val="100000"/>
              </a:lnSpc>
              <a:spcBef>
                <a:spcPts val="56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2800" b="0" u="sng" strike="noStrike" spc="-1">
                <a:solidFill>
                  <a:srgbClr val="FFFFFF"/>
                </a:solidFill>
                <a:uFillTx/>
                <a:latin typeface="Arial" panose="020B0604020202020204"/>
              </a:rPr>
              <a:t>Usuarios globales</a:t>
            </a:r>
            <a:r>
              <a:rPr lang="es-ES" sz="2800" b="0" strike="noStrike" spc="-1">
                <a:solidFill>
                  <a:srgbClr val="FFFFFF"/>
                </a:solidFill>
                <a:latin typeface="Arial" panose="020B0604020202020204"/>
              </a:rPr>
              <a:t>: Los datos de una cuenta de usuario global son conocidos por todos los ordenadores del dominio.</a:t>
            </a:r>
            <a:endParaRPr lang="es-ES" sz="28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342900" indent="-342900">
              <a:lnSpc>
                <a:spcPct val="100000"/>
              </a:lnSpc>
              <a:spcBef>
                <a:spcPts val="56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2800" b="0" u="sng" strike="noStrike" spc="-1">
                <a:solidFill>
                  <a:srgbClr val="FFFFFF"/>
                </a:solidFill>
                <a:uFillTx/>
                <a:latin typeface="Arial" panose="020B0604020202020204"/>
              </a:rPr>
              <a:t>Grupos</a:t>
            </a:r>
            <a:r>
              <a:rPr lang="es-ES" sz="2800" b="0" strike="noStrike" spc="-1">
                <a:solidFill>
                  <a:srgbClr val="FFFFFF"/>
                </a:solidFill>
                <a:latin typeface="Arial" panose="020B0604020202020204"/>
              </a:rPr>
              <a:t>: Agrupación de usuarios u objetos para conceder permisos de utilización de recursos del dominio.</a:t>
            </a:r>
            <a:endParaRPr lang="es-ES" sz="28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342900" indent="-342900">
              <a:lnSpc>
                <a:spcPct val="100000"/>
              </a:lnSpc>
              <a:spcBef>
                <a:spcPts val="56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2800" b="0" u="sng" strike="noStrike" spc="-1">
                <a:solidFill>
                  <a:srgbClr val="FFFFFF"/>
                </a:solidFill>
                <a:uFillTx/>
                <a:latin typeface="Arial" panose="020B0604020202020204"/>
              </a:rPr>
              <a:t>Equipos</a:t>
            </a:r>
            <a:r>
              <a:rPr lang="es-ES" sz="2800" b="0" strike="noStrike" spc="-1">
                <a:solidFill>
                  <a:srgbClr val="FFFFFF"/>
                </a:solidFill>
                <a:latin typeface="Arial" panose="020B0604020202020204"/>
              </a:rPr>
              <a:t>: Para asignar a cada equipo permisos y derechos.</a:t>
            </a:r>
            <a:endParaRPr lang="es-ES" sz="28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342900" indent="-342900">
              <a:lnSpc>
                <a:spcPct val="100000"/>
              </a:lnSpc>
              <a:spcBef>
                <a:spcPts val="56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2800" b="0" u="sng" strike="noStrike" spc="-1">
                <a:solidFill>
                  <a:srgbClr val="FFFFFF"/>
                </a:solidFill>
                <a:uFillTx/>
                <a:latin typeface="Arial" panose="020B0604020202020204"/>
              </a:rPr>
              <a:t>Unidades Organizativas</a:t>
            </a:r>
            <a:r>
              <a:rPr lang="es-ES" sz="2800" b="0" strike="noStrike" spc="-1">
                <a:solidFill>
                  <a:srgbClr val="FFFFFF"/>
                </a:solidFill>
                <a:latin typeface="Arial" panose="020B0604020202020204"/>
              </a:rPr>
              <a:t>: Permiten personalizar el comportamiento de los usuarios y/o equipos mediante la aplicación de directivas.</a:t>
            </a:r>
            <a:endParaRPr lang="es-ES" sz="28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lang="es-ES" sz="4000" b="0" strike="noStrike" spc="-1">
                <a:solidFill>
                  <a:srgbClr val="DFD293"/>
                </a:solidFill>
                <a:latin typeface="Arial" panose="020B0604020202020204"/>
              </a:rPr>
              <a:t>9. HERRAMIENTAS PARA LA ADMINISTRACIÓN DE DOMINIOS</a:t>
            </a:r>
            <a:endParaRPr lang="es-ES" sz="40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pic>
        <p:nvPicPr>
          <p:cNvPr id="268" name="Picture 4"/>
          <p:cNvPicPr/>
          <p:nvPr/>
        </p:nvPicPr>
        <p:blipFill>
          <a:blip r:embed="rId1"/>
          <a:stretch>
            <a:fillRect/>
          </a:stretch>
        </p:blipFill>
        <p:spPr>
          <a:xfrm>
            <a:off x="785880" y="1571760"/>
            <a:ext cx="7762680" cy="5057280"/>
          </a:xfrm>
          <a:prstGeom prst="rect">
            <a:avLst/>
          </a:prstGeom>
          <a:ln w="936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TextShape 1"/>
          <p:cNvSpPr txBox="1"/>
          <p:nvPr/>
        </p:nvSpPr>
        <p:spPr>
          <a:xfrm>
            <a:off x="0" y="0"/>
            <a:ext cx="9143640" cy="114264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lang="es-ES" sz="4000" b="0" strike="noStrike" spc="-1">
                <a:solidFill>
                  <a:srgbClr val="DFD293"/>
                </a:solidFill>
                <a:latin typeface="Arial" panose="020B0604020202020204"/>
              </a:rPr>
              <a:t>9.1 ADMINISTRACIÓN DE EQUIPOS</a:t>
            </a:r>
            <a:endParaRPr lang="es-ES" sz="40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70" name="TextShape 2"/>
          <p:cNvSpPr txBox="1"/>
          <p:nvPr/>
        </p:nvSpPr>
        <p:spPr>
          <a:xfrm>
            <a:off x="468360" y="1557360"/>
            <a:ext cx="8229240" cy="218556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p>
            <a:pPr marL="342900" indent="-342900">
              <a:lnSpc>
                <a:spcPct val="100000"/>
              </a:lnSpc>
              <a:spcBef>
                <a:spcPts val="56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2800" b="0" strike="noStrike" spc="-1">
                <a:solidFill>
                  <a:srgbClr val="FFFFFF"/>
                </a:solidFill>
                <a:latin typeface="Arial" panose="020B0604020202020204"/>
              </a:rPr>
              <a:t>Administra y configura usuarios locales, grupos locales, espacio de almacenamiento en disco, recursos compartidos, etc.</a:t>
            </a:r>
            <a:endParaRPr lang="es-ES" sz="28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pic>
        <p:nvPicPr>
          <p:cNvPr id="271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714240" y="3214800"/>
            <a:ext cx="7556040" cy="3000600"/>
          </a:xfrm>
          <a:prstGeom prst="rect">
            <a:avLst/>
          </a:prstGeom>
          <a:ln w="936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TextShape 1"/>
          <p:cNvSpPr txBox="1"/>
          <p:nvPr/>
        </p:nvSpPr>
        <p:spPr>
          <a:xfrm>
            <a:off x="250920" y="274680"/>
            <a:ext cx="8892720" cy="114264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lang="es-ES" sz="4000" b="0" strike="noStrike" spc="-1">
                <a:solidFill>
                  <a:srgbClr val="DFD293"/>
                </a:solidFill>
                <a:latin typeface="Arial" panose="020B0604020202020204"/>
              </a:rPr>
              <a:t>9.1 ADMINISTRACIÓN DE EQUIPOS</a:t>
            </a:r>
            <a:endParaRPr lang="es-ES" sz="40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73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3200" b="0" strike="noStrike" spc="-1">
                <a:solidFill>
                  <a:srgbClr val="FFFFFF"/>
                </a:solidFill>
                <a:latin typeface="Arial" panose="020B0604020202020204"/>
              </a:rPr>
              <a:t>Herramientas del sistema:</a:t>
            </a:r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FFFFFF"/>
              </a:buClr>
              <a:buFont typeface="Symbol" panose="05050102010706020507" charset="2"/>
              <a:buChar char=""/>
            </a:pPr>
            <a:r>
              <a:rPr lang="es-ES" sz="2800" b="0" strike="noStrike" spc="-1">
                <a:solidFill>
                  <a:srgbClr val="FFFFFF"/>
                </a:solidFill>
                <a:latin typeface="Arial" panose="020B0604020202020204"/>
              </a:rPr>
              <a:t>Programador de tareas.</a:t>
            </a:r>
            <a:endParaRPr lang="es-ES" sz="28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FFFFFF"/>
              </a:buClr>
              <a:buFont typeface="Symbol" panose="05050102010706020507" charset="2"/>
              <a:buChar char=""/>
            </a:pPr>
            <a:r>
              <a:rPr lang="es-ES" sz="2800" b="0" strike="noStrike" spc="-1">
                <a:solidFill>
                  <a:srgbClr val="FFFFFF"/>
                </a:solidFill>
                <a:latin typeface="Arial" panose="020B0604020202020204"/>
              </a:rPr>
              <a:t>Visor de eventos.</a:t>
            </a:r>
            <a:endParaRPr lang="es-ES" sz="28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FFFFFF"/>
              </a:buClr>
              <a:buFont typeface="Symbol" panose="05050102010706020507" charset="2"/>
              <a:buChar char=""/>
            </a:pPr>
            <a:r>
              <a:rPr lang="es-ES" sz="2800" b="0" strike="noStrike" spc="-1">
                <a:solidFill>
                  <a:srgbClr val="FFFFFF"/>
                </a:solidFill>
                <a:latin typeface="Arial" panose="020B0604020202020204"/>
              </a:rPr>
              <a:t>Carpetas compartidas.</a:t>
            </a:r>
            <a:endParaRPr lang="es-ES" sz="28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FFFFFF"/>
              </a:buClr>
              <a:buFont typeface="Symbol" panose="05050102010706020507" charset="2"/>
              <a:buChar char=""/>
            </a:pPr>
            <a:r>
              <a:rPr lang="es-ES" sz="2800" b="0" strike="noStrike" spc="-1">
                <a:solidFill>
                  <a:srgbClr val="FFFFFF"/>
                </a:solidFill>
                <a:latin typeface="Arial" panose="020B0604020202020204"/>
              </a:rPr>
              <a:t>Confiabilidad y rendimiento.</a:t>
            </a:r>
            <a:endParaRPr lang="es-ES" sz="28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FFFFFF"/>
              </a:buClr>
              <a:buFont typeface="Symbol" panose="05050102010706020507" charset="2"/>
              <a:buChar char=""/>
            </a:pPr>
            <a:r>
              <a:rPr lang="es-ES" sz="2800" b="0" strike="noStrike" spc="-1">
                <a:solidFill>
                  <a:srgbClr val="FFFFFF"/>
                </a:solidFill>
                <a:latin typeface="Arial" panose="020B0604020202020204"/>
              </a:rPr>
              <a:t>Administrador de dispositivos.</a:t>
            </a:r>
            <a:endParaRPr lang="es-ES" sz="28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3200" b="0" strike="noStrike" spc="-1">
                <a:solidFill>
                  <a:srgbClr val="FFFFFF"/>
                </a:solidFill>
                <a:latin typeface="Arial" panose="020B0604020202020204"/>
              </a:rPr>
              <a:t>Almacenamiento:</a:t>
            </a:r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3200" b="0" strike="noStrike" spc="-1">
                <a:solidFill>
                  <a:srgbClr val="FFFFFF"/>
                </a:solidFill>
                <a:latin typeface="Arial" panose="020B0604020202020204"/>
              </a:rPr>
              <a:t>Servicios y aplicaciones:</a:t>
            </a:r>
            <a:endParaRPr lang="es-ES" sz="32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lang="es-ES" sz="4400" b="0" strike="noStrike" spc="-1">
                <a:solidFill>
                  <a:srgbClr val="DFD293"/>
                </a:solidFill>
                <a:latin typeface="Arial" panose="020B0604020202020204"/>
              </a:rPr>
              <a:t>9.2 DNS</a:t>
            </a:r>
            <a:endParaRPr lang="es-ES" sz="4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75" name="TextShape 2"/>
          <p:cNvSpPr txBox="1"/>
          <p:nvPr/>
        </p:nvSpPr>
        <p:spPr>
          <a:xfrm>
            <a:off x="357120" y="1214280"/>
            <a:ext cx="8572320" cy="262044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p>
            <a:pPr marL="342900" indent="-342900">
              <a:lnSpc>
                <a:spcPct val="90000"/>
              </a:lnSpc>
              <a:spcBef>
                <a:spcPts val="56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2800" b="0" strike="noStrike" spc="-1">
                <a:solidFill>
                  <a:srgbClr val="FFFFFF"/>
                </a:solidFill>
                <a:latin typeface="Arial" panose="020B0604020202020204"/>
              </a:rPr>
              <a:t>Desde aquí administraremos el servicio DNS, que nos permite asociar nombres de equipo con direcciones IP.</a:t>
            </a:r>
            <a:endParaRPr lang="es-ES" sz="28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342900" indent="-342900">
              <a:lnSpc>
                <a:spcPct val="90000"/>
              </a:lnSpc>
              <a:spcBef>
                <a:spcPts val="56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2800" b="0" strike="noStrike" spc="-1">
                <a:solidFill>
                  <a:srgbClr val="FFFFFF"/>
                </a:solidFill>
                <a:latin typeface="Arial" panose="020B0604020202020204"/>
              </a:rPr>
              <a:t>Durante el proceso de instalación del DA, se instala y configura automáticamente este servicio.</a:t>
            </a:r>
            <a:endParaRPr lang="es-ES" sz="28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pic>
        <p:nvPicPr>
          <p:cNvPr id="276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1785960" y="3500280"/>
            <a:ext cx="5775840" cy="2999880"/>
          </a:xfrm>
          <a:prstGeom prst="rect">
            <a:avLst/>
          </a:prstGeom>
          <a:ln w="936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TextShape 1"/>
          <p:cNvSpPr txBox="1"/>
          <p:nvPr/>
        </p:nvSpPr>
        <p:spPr>
          <a:xfrm>
            <a:off x="0" y="274680"/>
            <a:ext cx="9143640" cy="114264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lang="es-ES" sz="4000" b="0" strike="noStrike" spc="-1">
                <a:solidFill>
                  <a:srgbClr val="DFD293"/>
                </a:solidFill>
                <a:latin typeface="Arial" panose="020B0604020202020204"/>
              </a:rPr>
              <a:t>9.3 DOMINIOS Y CONFIANZAS DE DA</a:t>
            </a:r>
            <a:endParaRPr lang="es-ES" sz="40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78" name="TextShape 2"/>
          <p:cNvSpPr txBox="1"/>
          <p:nvPr/>
        </p:nvSpPr>
        <p:spPr>
          <a:xfrm>
            <a:off x="457200" y="1600200"/>
            <a:ext cx="8229240" cy="247608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p>
            <a:pPr marL="342900" indent="-342900">
              <a:lnSpc>
                <a:spcPct val="100000"/>
              </a:lnSpc>
              <a:spcBef>
                <a:spcPts val="56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2800" b="0" strike="noStrike" spc="-1">
                <a:solidFill>
                  <a:srgbClr val="FFFFFF"/>
                </a:solidFill>
                <a:latin typeface="Arial" panose="020B0604020202020204"/>
              </a:rPr>
              <a:t>Con esta herramienta podremos configurar las relaciones de confianza.</a:t>
            </a:r>
            <a:endParaRPr lang="es-ES" sz="28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marL="342900" indent="-342900">
              <a:lnSpc>
                <a:spcPct val="100000"/>
              </a:lnSpc>
              <a:spcBef>
                <a:spcPts val="56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2800" b="0" strike="noStrike" spc="-1">
                <a:solidFill>
                  <a:srgbClr val="FFFFFF"/>
                </a:solidFill>
                <a:latin typeface="Arial" panose="020B0604020202020204"/>
              </a:rPr>
              <a:t>Con este tipo de relaciones, varios dominios se administrarán como si fuera uno solo.</a:t>
            </a:r>
            <a:endParaRPr lang="es-ES" sz="28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pic>
        <p:nvPicPr>
          <p:cNvPr id="279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357120" y="3929040"/>
            <a:ext cx="8413920" cy="1577160"/>
          </a:xfrm>
          <a:prstGeom prst="rect">
            <a:avLst/>
          </a:prstGeom>
          <a:ln w="936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TextShape 1"/>
          <p:cNvSpPr txBox="1"/>
          <p:nvPr/>
        </p:nvSpPr>
        <p:spPr>
          <a:xfrm>
            <a:off x="250920" y="0"/>
            <a:ext cx="8686440" cy="114264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lang="es-ES" sz="4000" b="0" strike="noStrike" spc="-1">
                <a:solidFill>
                  <a:srgbClr val="DFD293"/>
                </a:solidFill>
                <a:latin typeface="Arial" panose="020B0604020202020204"/>
              </a:rPr>
              <a:t>9.4 USUARIOS Y EQUIPOS DE AD</a:t>
            </a:r>
            <a:endParaRPr lang="es-ES" sz="40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81" name="TextShape 2"/>
          <p:cNvSpPr txBox="1"/>
          <p:nvPr/>
        </p:nvSpPr>
        <p:spPr>
          <a:xfrm>
            <a:off x="285840" y="1341360"/>
            <a:ext cx="8572320" cy="273492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p>
            <a:pPr marL="342900" indent="-342900">
              <a:lnSpc>
                <a:spcPct val="100000"/>
              </a:lnSpc>
              <a:spcBef>
                <a:spcPts val="560"/>
              </a:spcBef>
              <a:buClr>
                <a:srgbClr val="FFFFFF"/>
              </a:buClr>
              <a:buFont typeface="Symbol" panose="05050102010706020507" charset="2"/>
              <a:buChar char=""/>
            </a:pPr>
            <a:r>
              <a:rPr lang="es-ES" sz="2800" b="0" strike="noStrike" spc="-1">
                <a:solidFill>
                  <a:srgbClr val="FFFFFF"/>
                </a:solidFill>
                <a:latin typeface="Arial" panose="020B0604020202020204"/>
              </a:rPr>
              <a:t>Desde aquí administraremos los usuarios globales, grupos, controladores de dominio y equipos del dominio.</a:t>
            </a:r>
            <a:endParaRPr lang="es-ES" sz="28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pic>
        <p:nvPicPr>
          <p:cNvPr id="282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122040" y="2972880"/>
            <a:ext cx="8807400" cy="3278160"/>
          </a:xfrm>
          <a:prstGeom prst="rect">
            <a:avLst/>
          </a:prstGeom>
          <a:ln w="936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800000"/>
      </a:dk2>
      <a:lt2>
        <a:srgbClr val="DFD293"/>
      </a:lt2>
      <a:accent1>
        <a:srgbClr val="CC3300"/>
      </a:accent1>
      <a:accent2>
        <a:srgbClr val="BE7960"/>
      </a:accent2>
      <a:accent3>
        <a:srgbClr val="C0AAAA"/>
      </a:accent3>
      <a:accent4>
        <a:srgbClr val="DADADA"/>
      </a:accent4>
      <a:accent5>
        <a:srgbClr val="E2ADAA"/>
      </a:accent5>
      <a:accent6>
        <a:srgbClr val="AC6D56"/>
      </a:accent6>
      <a:hlink>
        <a:srgbClr val="FFFF99"/>
      </a:hlink>
      <a:folHlink>
        <a:srgbClr val="D3A21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800000"/>
      </a:dk2>
      <a:lt2>
        <a:srgbClr val="DFD293"/>
      </a:lt2>
      <a:accent1>
        <a:srgbClr val="CC3300"/>
      </a:accent1>
      <a:accent2>
        <a:srgbClr val="BE7960"/>
      </a:accent2>
      <a:accent3>
        <a:srgbClr val="C0AAAA"/>
      </a:accent3>
      <a:accent4>
        <a:srgbClr val="DADADA"/>
      </a:accent4>
      <a:accent5>
        <a:srgbClr val="E2ADAA"/>
      </a:accent5>
      <a:accent6>
        <a:srgbClr val="AC6D56"/>
      </a:accent6>
      <a:hlink>
        <a:srgbClr val="FFFF99"/>
      </a:hlink>
      <a:folHlink>
        <a:srgbClr val="D3A21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800000"/>
      </a:dk2>
      <a:lt2>
        <a:srgbClr val="DFD293"/>
      </a:lt2>
      <a:accent1>
        <a:srgbClr val="CC3300"/>
      </a:accent1>
      <a:accent2>
        <a:srgbClr val="BE7960"/>
      </a:accent2>
      <a:accent3>
        <a:srgbClr val="C0AAAA"/>
      </a:accent3>
      <a:accent4>
        <a:srgbClr val="DADADA"/>
      </a:accent4>
      <a:accent5>
        <a:srgbClr val="E2ADAA"/>
      </a:accent5>
      <a:accent6>
        <a:srgbClr val="AC6D56"/>
      </a:accent6>
      <a:hlink>
        <a:srgbClr val="FFFF99"/>
      </a:hlink>
      <a:folHlink>
        <a:srgbClr val="D3A21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800000"/>
      </a:dk2>
      <a:lt2>
        <a:srgbClr val="DFD293"/>
      </a:lt2>
      <a:accent1>
        <a:srgbClr val="CC3300"/>
      </a:accent1>
      <a:accent2>
        <a:srgbClr val="BE7960"/>
      </a:accent2>
      <a:accent3>
        <a:srgbClr val="C0AAAA"/>
      </a:accent3>
      <a:accent4>
        <a:srgbClr val="DADADA"/>
      </a:accent4>
      <a:accent5>
        <a:srgbClr val="E2ADAA"/>
      </a:accent5>
      <a:accent6>
        <a:srgbClr val="AC6D56"/>
      </a:accent6>
      <a:hlink>
        <a:srgbClr val="FFFF99"/>
      </a:hlink>
      <a:folHlink>
        <a:srgbClr val="D3A21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800000"/>
      </a:dk2>
      <a:lt2>
        <a:srgbClr val="DFD293"/>
      </a:lt2>
      <a:accent1>
        <a:srgbClr val="CC3300"/>
      </a:accent1>
      <a:accent2>
        <a:srgbClr val="BE7960"/>
      </a:accent2>
      <a:accent3>
        <a:srgbClr val="C0AAAA"/>
      </a:accent3>
      <a:accent4>
        <a:srgbClr val="DADADA"/>
      </a:accent4>
      <a:accent5>
        <a:srgbClr val="E2ADAA"/>
      </a:accent5>
      <a:accent6>
        <a:srgbClr val="AC6D56"/>
      </a:accent6>
      <a:hlink>
        <a:srgbClr val="FFFF99"/>
      </a:hlink>
      <a:folHlink>
        <a:srgbClr val="D3A21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800000"/>
      </a:dk2>
      <a:lt2>
        <a:srgbClr val="DFD293"/>
      </a:lt2>
      <a:accent1>
        <a:srgbClr val="CC3300"/>
      </a:accent1>
      <a:accent2>
        <a:srgbClr val="BE7960"/>
      </a:accent2>
      <a:accent3>
        <a:srgbClr val="C0AAAA"/>
      </a:accent3>
      <a:accent4>
        <a:srgbClr val="DADADA"/>
      </a:accent4>
      <a:accent5>
        <a:srgbClr val="E2ADAA"/>
      </a:accent5>
      <a:accent6>
        <a:srgbClr val="AC6D56"/>
      </a:accent6>
      <a:hlink>
        <a:srgbClr val="FFFF99"/>
      </a:hlink>
      <a:folHlink>
        <a:srgbClr val="D3A21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5855</Words>
  <Application>WPS Presentation</Application>
  <PresentationFormat/>
  <Paragraphs>150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26</vt:i4>
      </vt:variant>
    </vt:vector>
  </HeadingPairs>
  <TitlesOfParts>
    <vt:vector size="41" baseType="lpstr">
      <vt:lpstr>Arial</vt:lpstr>
      <vt:lpstr>SimSun</vt:lpstr>
      <vt:lpstr>Wingdings</vt:lpstr>
      <vt:lpstr>Arial</vt:lpstr>
      <vt:lpstr>Times New Roman</vt:lpstr>
      <vt:lpstr>Symbol</vt:lpstr>
      <vt:lpstr>StarSymbol</vt:lpstr>
      <vt:lpstr>Liberation Mono</vt:lpstr>
      <vt:lpstr>Microsoft YaHei</vt:lpstr>
      <vt:lpstr>Arial Unicode MS</vt:lpstr>
      <vt:lpstr>Office Theme</vt:lpstr>
      <vt:lpstr>Office Theme</vt:lpstr>
      <vt:lpstr>Office Theme</vt:lpstr>
      <vt:lpstr>Office Theme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Dark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 2:</dc:title>
  <dc:creator>micasa</dc:creator>
  <cp:lastModifiedBy>Profesor</cp:lastModifiedBy>
  <cp:revision>102</cp:revision>
  <dcterms:created xsi:type="dcterms:W3CDTF">2011-09-15T14:58:00Z</dcterms:created>
  <dcterms:modified xsi:type="dcterms:W3CDTF">2021-09-28T12:10:27Z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Company">
    <vt:lpwstr>Dark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7</vt:i4>
  </property>
  <property fmtid="{D5CDD505-2E9C-101B-9397-08002B2CF9AE}" pid="9" name="PresentationFormat">
    <vt:lpwstr>Presentación en pantalla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26</vt:i4>
  </property>
  <property fmtid="{D5CDD505-2E9C-101B-9397-08002B2CF9AE}" pid="13" name="ICV">
    <vt:lpwstr>0E84FDACF28F48B899AB11201434040F</vt:lpwstr>
  </property>
  <property fmtid="{D5CDD505-2E9C-101B-9397-08002B2CF9AE}" pid="14" name="KSOProductBuildVer">
    <vt:lpwstr>3082-11.2.0.10323</vt:lpwstr>
  </property>
</Properties>
</file>