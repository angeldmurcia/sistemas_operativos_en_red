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91" r:id="rId13"/>
    <p:sldId id="292" r:id="rId14"/>
    <p:sldId id="268" r:id="rId15"/>
    <p:sldId id="269" r:id="rId16"/>
    <p:sldId id="270" r:id="rId17"/>
    <p:sldId id="272" r:id="rId18"/>
    <p:sldId id="273" r:id="rId19"/>
    <p:sldId id="274" r:id="rId21"/>
  </p:sldIdLst>
  <p:sldSz cx="9144000" cy="6858000" type="screen4x3"/>
  <p:notesSz cx="6858000" cy="9144000"/>
  <p:defaultTextStyle>
    <a:defPPr>
      <a:defRPr lang="es-E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55" d="100"/>
          <a:sy n="55" d="100"/>
        </p:scale>
        <p:origin x="9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58630-B6F9-4B5A-A71A-0F617DCF1AA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Haga clic para modificar el estilo de texto del patrón</a:t>
            </a:r>
            <a:endParaRPr kumimoji="0" lang="es-E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Segundo nivel</a:t>
            </a:r>
            <a:endParaRPr kumimoji="0" lang="es-E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Tercer nivel</a:t>
            </a:r>
            <a:endParaRPr kumimoji="0" lang="es-E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Cuarto nivel</a:t>
            </a:r>
            <a:endParaRPr kumimoji="0" lang="es-E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Quinto nivel</a:t>
            </a:r>
            <a:endParaRPr kumimoji="0" lang="es-E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AC0224-6022-4E5E-B90A-E66F9F8D7923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3555" name="2 Marcador de notas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es-ES_tradnl" altLang="es-ES" dirty="0"/>
              <a:t>Actualizar la lista de paquetes para que se actualice la lista de software que hay en los repositorios.</a:t>
            </a:r>
            <a:endParaRPr lang="es-ES" altLang="es-ES" dirty="0"/>
          </a:p>
        </p:txBody>
      </p:sp>
      <p:sp>
        <p:nvSpPr>
          <p:cNvPr id="23556" name="3 Marcador de número de diapositiva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s-ES" altLang="es-E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2 Marcador de notas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s-ES" altLang="es-ES" dirty="0"/>
          </a:p>
        </p:txBody>
      </p:sp>
      <p:sp>
        <p:nvSpPr>
          <p:cNvPr id="25604" name="3 Marcador de número de diapositiva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s-ES" altLang="es-E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s-E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s-E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s-ES" altLang="es-ES" dirty="0"/>
              <a:t>Haga clic para modificar el estilo de título del patrón</a:t>
            </a:r>
            <a:endParaRPr lang="es-ES" altLang="es-ES" dirty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s-ES" altLang="es-ES" dirty="0"/>
              <a:t>Haga clic para modificar el estilo de texto del patrón</a:t>
            </a:r>
            <a:endParaRPr lang="es-ES" altLang="es-ES" dirty="0"/>
          </a:p>
          <a:p>
            <a:pPr lvl="1"/>
            <a:r>
              <a:rPr lang="es-ES" altLang="es-ES" dirty="0"/>
              <a:t>Segundo nivel</a:t>
            </a:r>
            <a:endParaRPr lang="es-ES" altLang="es-ES" dirty="0"/>
          </a:p>
          <a:p>
            <a:pPr lvl="2"/>
            <a:r>
              <a:rPr lang="es-ES" altLang="es-ES" dirty="0"/>
              <a:t>Tercer nivel</a:t>
            </a:r>
            <a:endParaRPr lang="es-ES" altLang="es-ES" dirty="0"/>
          </a:p>
          <a:p>
            <a:pPr lvl="3"/>
            <a:r>
              <a:rPr lang="es-ES" altLang="es-ES" dirty="0"/>
              <a:t>Cuarto nivel</a:t>
            </a:r>
            <a:endParaRPr lang="es-ES" altLang="es-ES" dirty="0"/>
          </a:p>
          <a:p>
            <a:pPr lvl="4"/>
            <a:r>
              <a:rPr lang="es-ES" altLang="es-ES" dirty="0"/>
              <a:t>Quinto nivel</a:t>
            </a:r>
            <a:endParaRPr lang="es-ES" alt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s-ES" altLang="es-ES" dirty="0"/>
              <a:t>Haga clic para modificar el estilo de título del patrón</a:t>
            </a:r>
            <a:endParaRPr lang="es-ES" altLang="es-ES" dirty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s-ES" altLang="es-ES" dirty="0"/>
              <a:t>Haga clic para modificar el estilo de texto del patrón</a:t>
            </a:r>
            <a:endParaRPr lang="es-ES" altLang="es-ES" dirty="0"/>
          </a:p>
          <a:p>
            <a:pPr lvl="1"/>
            <a:r>
              <a:rPr lang="es-ES" altLang="es-ES" dirty="0"/>
              <a:t>Segundo nivel</a:t>
            </a:r>
            <a:endParaRPr lang="es-ES" altLang="es-ES" dirty="0"/>
          </a:p>
          <a:p>
            <a:pPr lvl="2"/>
            <a:r>
              <a:rPr lang="es-ES" altLang="es-ES" dirty="0"/>
              <a:t>Tercer nivel</a:t>
            </a:r>
            <a:endParaRPr lang="es-ES" altLang="es-ES" dirty="0"/>
          </a:p>
          <a:p>
            <a:pPr lvl="3"/>
            <a:r>
              <a:rPr lang="es-ES" altLang="es-ES" dirty="0"/>
              <a:t>Cuarto nivel</a:t>
            </a:r>
            <a:endParaRPr lang="es-ES" altLang="es-ES" dirty="0"/>
          </a:p>
          <a:p>
            <a:pPr lvl="4"/>
            <a:r>
              <a:rPr lang="es-ES" altLang="es-ES" dirty="0"/>
              <a:t>Quinto nivel</a:t>
            </a:r>
            <a:endParaRPr lang="es-ES" alt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A8CEA4-DFD6-4D0F-AC7D-769189D59A1C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42D6A4-AFCF-4E20-BFB5-514DD79E8637}" type="slidenum">
              <a:rPr kumimoji="0" lang="es-ES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s-ES" altLang="es-E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1 Título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s-ES_tradnl" altLang="es-ES" dirty="0"/>
              <a:t>Tema 6:</a:t>
            </a:r>
            <a:endParaRPr lang="es-ES" alt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s-ES_tradnl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PERSONALIZAR EL SERVIDOR LINUX</a:t>
            </a:r>
            <a:endParaRPr kumimoji="0" lang="es-E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1 Título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s-ES_tradnl" altLang="es-ES" dirty="0"/>
              <a:t>1. INICIO DE SESIÓN</a:t>
            </a:r>
            <a:endParaRPr lang="es-ES" altLang="es-ES" dirty="0"/>
          </a:p>
        </p:txBody>
      </p:sp>
      <p:sp>
        <p:nvSpPr>
          <p:cNvPr id="4099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250825" y="1412875"/>
            <a:ext cx="8642350" cy="518477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Tras arrancar el equipo en el entorno textual, aparecerá el indicador del sistema.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lvl="1" eaLnBrk="1" hangingPunct="1"/>
            <a:r>
              <a:rPr lang="es-ES_tradnl" altLang="es-ES" dirty="0"/>
              <a:t>Paco: Es el nombre del usuario que ha iniciado sesión.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Ubuntuserver: es el nombre del equipo.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$:  Indica si el usuario que ha iniciado sesión en el equipo es un usuario que no es el root. Si fuese root, aparecería el símbolo #.</a:t>
            </a:r>
            <a:endParaRPr lang="es-ES_tradnl" altLang="es-ES" dirty="0"/>
          </a:p>
          <a:p>
            <a:pPr eaLnBrk="1" hangingPunct="1"/>
            <a:endParaRPr lang="es-ES" altLang="es-ES" dirty="0"/>
          </a:p>
        </p:txBody>
      </p:sp>
      <p:pic>
        <p:nvPicPr>
          <p:cNvPr id="410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2852738"/>
            <a:ext cx="33528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 CAMBIAR O CONFIGURAR EL NOMBRE DEL EQUIPO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3" name="2 Marcador de contenido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Para cambiar el nombre que le hemos asignado al equipo, tendremos que editar unos fichero internos de  la estructura de archivos de Linux: 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Fichero /etc/hosts 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Fichero /etc/hostname</a:t>
            </a:r>
            <a:endParaRPr lang="es-ES_tradnl" altLang="es-ES" dirty="0"/>
          </a:p>
          <a:p>
            <a:pPr lvl="1" eaLnBrk="1" hangingPunct="1"/>
            <a:endParaRPr lang="es-ES" alt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EDITAR EL FICHERO /ETC/HOSTS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2 Marcador de contenido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Ejecutamos el comando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r>
              <a:rPr lang="es-ES_tradnl" altLang="es-ES" dirty="0"/>
              <a:t>El contenido de ese fichero es: </a:t>
            </a:r>
            <a:endParaRPr lang="es-ES" altLang="es-ES" dirty="0"/>
          </a:p>
        </p:txBody>
      </p:sp>
      <p:pic>
        <p:nvPicPr>
          <p:cNvPr id="614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2276475"/>
            <a:ext cx="7848600" cy="504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3284538"/>
            <a:ext cx="8153400" cy="3086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EDITAR EL FICHERO /ETC/HOSTNAME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1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457200" y="1412875"/>
            <a:ext cx="8435975" cy="518477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Ejecutamos el comando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r>
              <a:rPr lang="es-ES_tradnl" altLang="es-ES" dirty="0"/>
              <a:t>El contenido de ese fichero es: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r>
              <a:rPr lang="es-ES_tradnl" altLang="es-ES" dirty="0"/>
              <a:t> Este fichero contiene el nombre del equipo en la red y tiene que ser único.</a:t>
            </a:r>
            <a:endParaRPr lang="es-ES" altLang="es-ES" dirty="0"/>
          </a:p>
        </p:txBody>
      </p:sp>
      <p:pic>
        <p:nvPicPr>
          <p:cNvPr id="717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1989138"/>
            <a:ext cx="8115300" cy="561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3141663"/>
            <a:ext cx="8655050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1 Título"/>
          <p:cNvSpPr>
            <a:spLocks noGrp="1"/>
          </p:cNvSpPr>
          <p:nvPr>
            <p:ph type="title"/>
          </p:nvPr>
        </p:nvSpPr>
        <p:spPr>
          <a:xfrm>
            <a:off x="179388" y="274638"/>
            <a:ext cx="8785225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s-ES_tradnl" altLang="es-ES" dirty="0"/>
              <a:t>2.3 EDITAR LOS FICHEROS</a:t>
            </a:r>
            <a:endParaRPr lang="es-ES" altLang="es-ES" dirty="0"/>
          </a:p>
        </p:txBody>
      </p:sp>
      <p:sp>
        <p:nvSpPr>
          <p:cNvPr id="8195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457200" y="1412875"/>
            <a:ext cx="8435975" cy="518477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En ambos ficheros, pueden aparecer los caracteres # o ; al principio de línea.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# significa que la línea está comentada y que no será tenida en cuenta en la configuración. Las líneas comentadas con # suelen contener texto aclaratorio de la configuración.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; significa también que la línea está comentada. Normalmente esas líneas suelen contener órdenes reales.</a:t>
            </a:r>
            <a:endParaRPr lang="es-ES" alt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CAMBIAR O CONFIGURAR LA RED DEL EQUIPO.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2 Marcador de contenido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Por defecto cuando se realiza la instalación del SO, la red se configura de forma automática.</a:t>
            </a:r>
            <a:endParaRPr lang="es-ES_tradnl" altLang="es-ES" dirty="0"/>
          </a:p>
          <a:p>
            <a:pPr eaLnBrk="1" hangingPunct="1"/>
            <a:r>
              <a:rPr lang="es-ES_tradnl" altLang="es-ES" dirty="0"/>
              <a:t>El fichero para configurar manualmente el adaptador de red </a:t>
            </a:r>
            <a:r>
              <a:rPr lang="es-ES" altLang="es-ES_tradnl" dirty="0"/>
              <a:t>se encuentra dentro de la ruta</a:t>
            </a:r>
            <a:r>
              <a:rPr lang="es-ES_tradnl" altLang="es-ES" dirty="0"/>
              <a:t> /etc/net</a:t>
            </a:r>
            <a:r>
              <a:rPr lang="es-ES" altLang="es-ES_tradnl" dirty="0"/>
              <a:t>plan</a:t>
            </a:r>
            <a:endParaRPr lang="es-ES" altLang="es-ES" dirty="0"/>
          </a:p>
        </p:txBody>
      </p:sp>
      <p:pic>
        <p:nvPicPr>
          <p:cNvPr id="9220" name="Picture 2" descr="http://3.bp.blogspot.com/-_Jj5pnIjyDM/UzHplXmVWHI/AAAAAAAABEk/-Yme92WBoMw/s1600/softw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4149725"/>
            <a:ext cx="3106738" cy="2441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CAMBIAR O CONFIGURAR LA RED DEL EQUIPO.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8521700" cy="452628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Editar el fichero /etc/net</a:t>
            </a:r>
            <a:r>
              <a:rPr lang="es-ES" altLang="es-ES_tradnl" dirty="0"/>
              <a:t>plan</a:t>
            </a:r>
            <a:r>
              <a:rPr lang="es-ES_tradnl" altLang="es-ES" dirty="0"/>
              <a:t>/</a:t>
            </a:r>
            <a:r>
              <a:rPr lang="es-ES" altLang="es-ES_tradnl" dirty="0"/>
              <a:t>00-installer-config.yaml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r>
              <a:rPr lang="es-ES_tradnl" altLang="es-ES" dirty="0"/>
              <a:t>El contenido del fichero es:</a:t>
            </a:r>
            <a:endParaRPr lang="es-ES" altLang="es-ES" dirty="0"/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971550" y="3356610"/>
            <a:ext cx="7985760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CAMBIAR O CONFIGURAR LA RED DEL EQUIPO.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2 Marcador de contenido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Las tarjetas de red de un equipo se </a:t>
            </a:r>
            <a:r>
              <a:rPr lang="es-ES" altLang="es-ES_tradnl" dirty="0"/>
              <a:t>pueden llamar</a:t>
            </a:r>
            <a:r>
              <a:rPr lang="es-ES_tradnl" altLang="es-ES" dirty="0"/>
              <a:t>: e</a:t>
            </a:r>
            <a:r>
              <a:rPr lang="es-ES" altLang="es-ES_tradnl" dirty="0"/>
              <a:t>ns33, e</a:t>
            </a:r>
            <a:r>
              <a:rPr lang="es-ES_tradnl" altLang="es-ES" dirty="0"/>
              <a:t>th0, eth1,…,ethn.</a:t>
            </a:r>
            <a:endParaRPr lang="es-ES_tradnl" altLang="es-ES" dirty="0"/>
          </a:p>
          <a:p>
            <a:pPr eaLnBrk="1" hangingPunct="1"/>
            <a:r>
              <a:rPr lang="es-ES" altLang="es-ES_tradnl" dirty="0">
                <a:sym typeface="+mn-ea"/>
              </a:rPr>
              <a:t>Para poner la ip estática, hay que modifcar el fichero de la siguiente forma.</a:t>
            </a:r>
            <a:endParaRPr lang="es-ES_tradnl" altLang="es-ES" dirty="0"/>
          </a:p>
          <a:p>
            <a:pPr eaLnBrk="1" hangingPunct="1"/>
            <a:endParaRPr lang="es-ES" altLang="es-ES" dirty="0"/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28040" y="3716655"/>
            <a:ext cx="7589520" cy="3016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CAMBIAR O CONFIGURAR LA RED DEL EQUIPO.</a:t>
            </a:r>
            <a:endParaRPr kumimoji="0" lang="es-E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8479790" cy="452628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" dirty="0"/>
              <a:t>Tras modificar el fichero, hay que comprobar que no hemos cometido errores, ejecutando uno de los dos comandos:</a:t>
            </a:r>
            <a:endParaRPr lang="es-ES" dirty="0"/>
          </a:p>
          <a:p>
            <a:pPr marL="0" indent="0" eaLnBrk="1" hangingPunct="1">
              <a:buNone/>
            </a:pPr>
            <a:r>
              <a:rPr lang="es-ES" dirty="0"/>
              <a:t>	 sudo netplan generate</a:t>
            </a:r>
            <a:endParaRPr lang="es-ES" dirty="0"/>
          </a:p>
          <a:p>
            <a:pPr marL="0" indent="0" eaLnBrk="1" hangingPunct="1">
              <a:buNone/>
            </a:pPr>
            <a:r>
              <a:rPr lang="es-ES" dirty="0"/>
              <a:t>              o</a:t>
            </a:r>
            <a:endParaRPr lang="es-ES" dirty="0"/>
          </a:p>
          <a:p>
            <a:pPr marL="0" indent="0" eaLnBrk="1" hangingPunct="1">
              <a:buNone/>
            </a:pPr>
            <a:r>
              <a:rPr lang="es-ES" dirty="0"/>
              <a:t>	 sudo netplay apply</a:t>
            </a:r>
            <a:endParaRPr lang="es-ES" dirty="0"/>
          </a:p>
        </p:txBody>
      </p:sp>
      <p:pic>
        <p:nvPicPr>
          <p:cNvPr id="6" name="Marcador de posición de contenido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22960" y="4725035"/>
            <a:ext cx="7748270" cy="1407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altLang="en-US"/>
              <a:t>3. CAMBIAR O CONFIGURAR LA RED DEL EQUIPO</a:t>
            </a:r>
            <a:endParaRPr lang="es-ES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329930" cy="4526280"/>
          </a:xfrm>
        </p:spPr>
        <p:txBody>
          <a:bodyPr/>
          <a:p>
            <a:r>
              <a:rPr lang="es-ES" altLang="en-US"/>
              <a:t>Para comprobar si ha asignado bien la dirección ip</a:t>
            </a:r>
            <a:endParaRPr lang="es-ES" altLang="en-US"/>
          </a:p>
        </p:txBody>
      </p:sp>
      <p:pic>
        <p:nvPicPr>
          <p:cNvPr id="5" name="Marcador de posición de contenido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97180" y="2996565"/>
            <a:ext cx="8771255" cy="26454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1 Título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s-ES_tradnl" altLang="es-ES" dirty="0"/>
              <a:t>4. ACTUALIZAR EL SERVIDOR</a:t>
            </a:r>
            <a:endParaRPr lang="es-ES" altLang="es-ES" dirty="0"/>
          </a:p>
        </p:txBody>
      </p:sp>
      <p:sp>
        <p:nvSpPr>
          <p:cNvPr id="17411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457200" y="1412875"/>
            <a:ext cx="8229600" cy="47132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El servidor debemos tenerlo actualizado con los últimos paquetes y parches de seguridad.</a:t>
            </a:r>
            <a:endParaRPr lang="es-ES_tradnl" altLang="es-ES" dirty="0"/>
          </a:p>
          <a:p>
            <a:pPr eaLnBrk="1" hangingPunct="1"/>
            <a:r>
              <a:rPr lang="es-ES_tradnl" altLang="es-ES" dirty="0"/>
              <a:t>Para ello, es necesario que funcione internet.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Configuraremos los repositorios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Actualizaremos el software del servidor</a:t>
            </a:r>
            <a:endParaRPr lang="es-ES_tradnl" altLang="es-ES" dirty="0"/>
          </a:p>
          <a:p>
            <a:pPr lvl="1" eaLnBrk="1" hangingPunct="1"/>
            <a:r>
              <a:rPr lang="es-ES_tradnl" altLang="es-ES" dirty="0"/>
              <a:t>Programar la actualización del servidor</a:t>
            </a:r>
            <a:endParaRPr lang="es-ES_tradnl" altLang="es-ES" dirty="0"/>
          </a:p>
          <a:p>
            <a:pPr lvl="1" eaLnBrk="1" hangingPunct="1"/>
            <a:endParaRPr lang="es-ES" altLang="es-ES" dirty="0"/>
          </a:p>
        </p:txBody>
      </p:sp>
      <p:pic>
        <p:nvPicPr>
          <p:cNvPr id="17412" name="Picture 2" descr="http://2.bp.blogspot.com/-9h6snQZ4BXA/Ts_ByyJuc2I/AAAAAAAAAY0/4-DRpEhAV44/s1600/software-upd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4581525"/>
            <a:ext cx="2052638" cy="2052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4.1 CONFIGURACIÓN DE LOS REPOSITORIOS</a:t>
            </a:r>
            <a:endParaRPr kumimoji="0" lang="es-ES" sz="4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5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457200" y="1557338"/>
            <a:ext cx="8229600" cy="456882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Repositorio: es un almacén ordenado donde se almacenan los paquetes software que las diferentes distribuciones de Linux ponen a disposición de los usuarios.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r>
              <a:rPr lang="es-ES_tradnl" altLang="es-ES" dirty="0"/>
              <a:t>Los paquetes contenidos en un repositorio se indexan en estos archivos: packages.gz y sources.gz.</a:t>
            </a:r>
            <a:endParaRPr lang="es-ES" altLang="es-E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4.1 CONFIGURACIÓN DE REPOSITORIOS</a:t>
            </a:r>
            <a:endParaRPr kumimoji="0" lang="es-ES" sz="4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8505825" cy="452628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Editar el fichero /etc/apt/sources.list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/>
            <a:endParaRPr lang="es-ES_tradnl" altLang="es-ES" dirty="0">
              <a:sym typeface="+mn-ea"/>
            </a:endParaRPr>
          </a:p>
          <a:p>
            <a:pPr eaLnBrk="1" hangingPunct="1"/>
            <a:endParaRPr lang="es-ES_tradnl" altLang="es-ES" dirty="0">
              <a:sym typeface="+mn-ea"/>
            </a:endParaRPr>
          </a:p>
          <a:p>
            <a:pPr eaLnBrk="1" hangingPunct="1"/>
            <a:r>
              <a:rPr lang="es-ES_tradnl" altLang="es-ES" dirty="0">
                <a:sym typeface="+mn-ea"/>
              </a:rPr>
              <a:t>Cada línea del fichero hace referencia a un repositorio y a la forma en la que se obtendrán los paquetes.</a:t>
            </a:r>
            <a:endParaRPr lang="es-ES_tradnl" altLang="es-ES" dirty="0"/>
          </a:p>
          <a:p>
            <a:pPr eaLnBrk="1" hangingPunct="1"/>
            <a:endParaRPr lang="es-ES_tradnl" altLang="es-ES" dirty="0"/>
          </a:p>
          <a:p>
            <a:pPr eaLnBrk="1" hangingPunct="1">
              <a:buNone/>
            </a:pPr>
            <a:endParaRPr lang="es-ES" altLang="es-ES" dirty="0"/>
          </a:p>
        </p:txBody>
      </p:sp>
      <p:pic>
        <p:nvPicPr>
          <p:cNvPr id="2" name="Marcador de posición de contenido 1"/>
          <p:cNvPicPr>
            <a:picLocks noChangeAspect="1"/>
          </p:cNvPicPr>
          <p:nvPr>
            <p:ph sz="half" idx="2"/>
          </p:nvPr>
        </p:nvPicPr>
        <p:blipFill>
          <a:blip r:embed="rId1"/>
          <a:srcRect b="19140"/>
          <a:stretch>
            <a:fillRect/>
          </a:stretch>
        </p:blipFill>
        <p:spPr>
          <a:xfrm>
            <a:off x="990600" y="2060575"/>
            <a:ext cx="7439025" cy="31172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1 Título"/>
          <p:cNvSpPr>
            <a:spLocks noGrp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4.2 ACTUALIZACIÓN DEL SOFTWARE DE UBUNTU SERVER</a:t>
            </a:r>
            <a:endParaRPr kumimoji="0" lang="es-ES" sz="4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7" name="2 Marcador de contenido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es-ES" dirty="0"/>
              <a:t>Cada cierto tiempo los desarrolladores de Ubuntu publican actualizaciones de seguridad y nuevas funcionalidades para el sistema Ubuntu Server.</a:t>
            </a:r>
            <a:endParaRPr lang="es-ES_tradnl" altLang="es-ES" dirty="0"/>
          </a:p>
          <a:p>
            <a:pPr eaLnBrk="1" hangingPunct="1"/>
            <a:r>
              <a:rPr lang="es-ES_tradnl" altLang="es-ES" dirty="0"/>
              <a:t>Es importante actualizar las nuevas versiones de software.</a:t>
            </a:r>
            <a:endParaRPr lang="es-ES" altLang="es-ES" dirty="0"/>
          </a:p>
        </p:txBody>
      </p:sp>
      <p:pic>
        <p:nvPicPr>
          <p:cNvPr id="21508" name="Picture 5" descr="http://faostat.fao.org/CountryProfiles/Country_Profile/Images/refres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600" y="4221163"/>
            <a:ext cx="2438400" cy="2438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1 Título"/>
          <p:cNvSpPr>
            <a:spLocks noGrp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4.2 ACTUALIZACIÓN DEL SOFTWARE DE UBUNTU SERVER</a:t>
            </a:r>
            <a:endParaRPr kumimoji="0" lang="es-ES" sz="4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1" name="2 Marcador de contenido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r>
              <a:rPr lang="es-ES_tradnl" altLang="es-ES" dirty="0"/>
              <a:t>Comprobar la conectividad en la LAN:</a:t>
            </a: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r>
              <a:rPr lang="es-ES_tradnl" altLang="es-ES" dirty="0"/>
              <a:t>Comprobar la conectividad en la WAN:</a:t>
            </a: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r>
              <a:rPr lang="es-ES_tradnl" altLang="es-ES" dirty="0"/>
              <a:t>Actualizar la lista de paquetes:</a:t>
            </a:r>
            <a:endParaRPr lang="es-ES" altLang="es-ES" dirty="0"/>
          </a:p>
        </p:txBody>
      </p:sp>
      <p:pic>
        <p:nvPicPr>
          <p:cNvPr id="2253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76475"/>
            <a:ext cx="73533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3357563"/>
            <a:ext cx="6667500" cy="523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88" y="5661025"/>
            <a:ext cx="7972425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8" y="3789363"/>
            <a:ext cx="6858000" cy="1152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1 Título"/>
          <p:cNvSpPr>
            <a:spLocks noGrp="1"/>
          </p:cNvSpPr>
          <p:nvPr>
            <p:ph type="title"/>
          </p:nvPr>
        </p:nvSpPr>
        <p:spPr>
          <a:xfrm>
            <a:off x="179388" y="274638"/>
            <a:ext cx="8785225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4.2 ACTUALIZACIÓN DEL SOFTWARE DE UBUNTU SERVER</a:t>
            </a:r>
            <a:endParaRPr kumimoji="0" lang="es-ES" sz="4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2 Marcador de contenido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514350" indent="-514350" eaLnBrk="1" hangingPunct="1">
              <a:buFont typeface="Calibri" panose="020F0502020204030204" pitchFamily="34" charset="0"/>
              <a:buAutoNum type="arabicPeriod" startAt="4"/>
            </a:pPr>
            <a:r>
              <a:rPr lang="es-ES_tradnl" altLang="es-ES" dirty="0"/>
              <a:t>Actualizar los paquetes: Una vez actualizados los repositorios, procederemos a actualizar el software del SO que tenemos instalado.</a:t>
            </a: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 startAt="4"/>
            </a:pPr>
            <a:endParaRPr lang="es-ES_tradnl" altLang="es-ES" dirty="0"/>
          </a:p>
          <a:p>
            <a:pPr marL="514350" indent="-514350" eaLnBrk="1" hangingPunct="1">
              <a:buFont typeface="Calibri" panose="020F0502020204030204" pitchFamily="34" charset="0"/>
              <a:buAutoNum type="arabicPeriod" startAt="4"/>
            </a:pPr>
            <a:endParaRPr lang="es-ES_tradnl" altLang="es-ES" dirty="0"/>
          </a:p>
        </p:txBody>
      </p:sp>
      <p:pic>
        <p:nvPicPr>
          <p:cNvPr id="2458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195638"/>
            <a:ext cx="8001000" cy="466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3383</Words>
  <Application>WPS Presentation</Application>
  <PresentationFormat>Presentación en pantalla (4:3)</PresentationFormat>
  <Paragraphs>121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Microsoft YaHei</vt:lpstr>
      <vt:lpstr>Arial Unicode MS</vt:lpstr>
      <vt:lpstr>Tema de Office</vt:lpstr>
      <vt:lpstr>1_Tema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CAMBIAR O CONFIGURAR LA RED DEL EQUIPO.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6:</dc:title>
  <dc:creator>piedad</dc:creator>
  <cp:lastModifiedBy>Profesor</cp:lastModifiedBy>
  <cp:revision>30</cp:revision>
  <dcterms:created xsi:type="dcterms:W3CDTF">2014-12-17T09:15:26Z</dcterms:created>
  <dcterms:modified xsi:type="dcterms:W3CDTF">2021-12-14T11:40:13Z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8805F04B79694B9C89675389D588139B</vt:lpwstr>
  </property>
  <property fmtid="{D5CDD505-2E9C-101B-9397-08002B2CF9AE}" pid="3" name="KSOProductBuildVer">
    <vt:lpwstr>3082-11.2.0.10382</vt:lpwstr>
  </property>
</Properties>
</file>