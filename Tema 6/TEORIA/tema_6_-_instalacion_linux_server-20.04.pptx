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87" r:id="rId7"/>
    <p:sldId id="278" r:id="rId8"/>
    <p:sldId id="262" r:id="rId9"/>
    <p:sldId id="263" r:id="rId10"/>
    <p:sldId id="264" r:id="rId11"/>
    <p:sldId id="266" r:id="rId12"/>
    <p:sldId id="271" r:id="rId13"/>
    <p:sldId id="260" r:id="rId14"/>
    <p:sldId id="284" r:id="rId15"/>
    <p:sldId id="280" r:id="rId16"/>
    <p:sldId id="281" r:id="rId17"/>
  </p:sldIdLst>
  <p:sldSz cx="9144000" cy="6858000" type="screen4x3"/>
  <p:notesSz cx="6858000" cy="9144000"/>
  <p:defaultTextStyle>
    <a:defPPr>
      <a:defRPr lang="es-E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es-ES" strike="noStrike" noProof="1" smtClean="0"/>
              <a:t>Haga clic para modificar el estilo de subtítulo del patrón</a:t>
            </a:r>
            <a:endParaRPr lang="es-ES" strike="noStrike" noProof="1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s-E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es-ES" strike="noStrike" noProof="1" smtClean="0"/>
              <a:t>Haga clic para modificar el estilo de subtítulo del patrón</a:t>
            </a:r>
            <a:endParaRPr lang="es-ES" strike="noStrike" noProof="1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texto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Marcador de posición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s-E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es-ES" strike="noStrike" noProof="1" smtClean="0"/>
              <a:t>Haga clic para modificar el estilo de título del patrón</a:t>
            </a:r>
            <a:endParaRPr lang="es-ES" strike="noStrike" noProof="1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es-ES" strike="noStrike" noProof="1" smtClean="0"/>
              <a:t>Haga clic para modificar el estilo de texto del patrón</a:t>
            </a:r>
            <a:endParaRPr lang="es-ES" strike="noStrike" noProof="1" smtClean="0"/>
          </a:p>
          <a:p>
            <a:pPr lvl="1" fontAlgn="base"/>
            <a:r>
              <a:rPr lang="es-ES" strike="noStrike" noProof="1" smtClean="0"/>
              <a:t>Segundo nivel</a:t>
            </a:r>
            <a:endParaRPr lang="es-ES" strike="noStrike" noProof="1" smtClean="0"/>
          </a:p>
          <a:p>
            <a:pPr lvl="2" fontAlgn="base"/>
            <a:r>
              <a:rPr lang="es-ES" strike="noStrike" noProof="1" smtClean="0"/>
              <a:t>Tercer nivel</a:t>
            </a:r>
            <a:endParaRPr lang="es-ES" strike="noStrike" noProof="1" smtClean="0"/>
          </a:p>
          <a:p>
            <a:pPr lvl="3" fontAlgn="base"/>
            <a:r>
              <a:rPr lang="es-ES" strike="noStrike" noProof="1" smtClean="0"/>
              <a:t>Cuarto nivel</a:t>
            </a:r>
            <a:endParaRPr lang="es-ES" strike="noStrike" noProof="1" smtClean="0"/>
          </a:p>
          <a:p>
            <a:pPr lvl="4" fontAlgn="base"/>
            <a:r>
              <a:rPr lang="es-ES" strike="noStrike" noProof="1" smtClean="0"/>
              <a:t>Quinto nivel</a:t>
            </a:r>
            <a:endParaRPr lang="es-ES" strike="noStrike" noProof="1"/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s-ES" dirty="0"/>
              <a:t>Haga clic para modificar el estilo de título del patrón</a:t>
            </a:r>
            <a:endParaRPr lang="es-ES" dirty="0"/>
          </a:p>
        </p:txBody>
      </p:sp>
      <p:sp>
        <p:nvSpPr>
          <p:cNvPr id="1027" name="2 Marcador de texto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es-ES" dirty="0"/>
              <a:t>Haga clic para modificar el estilo de texto del patrón</a:t>
            </a:r>
            <a:endParaRPr lang="es-ES" dirty="0"/>
          </a:p>
          <a:p>
            <a:pPr lvl="1" indent="-285750"/>
            <a:r>
              <a:rPr lang="es-ES" dirty="0"/>
              <a:t>Segundo nivel</a:t>
            </a:r>
            <a:endParaRPr lang="es-ES" dirty="0"/>
          </a:p>
          <a:p>
            <a:pPr lvl="2" indent="-228600"/>
            <a:r>
              <a:rPr lang="es-ES" dirty="0"/>
              <a:t>Tercer nivel</a:t>
            </a:r>
            <a:endParaRPr lang="es-ES" dirty="0"/>
          </a:p>
          <a:p>
            <a:pPr lvl="3" indent="-228600"/>
            <a:r>
              <a:rPr lang="es-ES" dirty="0"/>
              <a:t>Cuarto nivel</a:t>
            </a:r>
            <a:endParaRPr lang="es-ES" dirty="0"/>
          </a:p>
          <a:p>
            <a:pPr lvl="4" indent="-228600"/>
            <a:r>
              <a:rPr lang="es-ES" dirty="0"/>
              <a:t>Quinto nivel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s-ES" dirty="0"/>
              <a:t>Haga clic para modificar el estilo de título del patrón</a:t>
            </a:r>
            <a:endParaRPr lang="es-ES" dirty="0"/>
          </a:p>
        </p:txBody>
      </p:sp>
      <p:sp>
        <p:nvSpPr>
          <p:cNvPr id="1027" name="2 Marcador de texto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es-ES" dirty="0"/>
              <a:t>Haga clic para modificar el estilo de texto del patrón</a:t>
            </a:r>
            <a:endParaRPr lang="es-ES" dirty="0"/>
          </a:p>
          <a:p>
            <a:pPr lvl="1" indent="-285750"/>
            <a:r>
              <a:rPr lang="es-ES" dirty="0"/>
              <a:t>Segundo nivel</a:t>
            </a:r>
            <a:endParaRPr lang="es-ES" dirty="0"/>
          </a:p>
          <a:p>
            <a:pPr lvl="2" indent="-228600"/>
            <a:r>
              <a:rPr lang="es-ES" dirty="0"/>
              <a:t>Tercer nivel</a:t>
            </a:r>
            <a:endParaRPr lang="es-ES" dirty="0"/>
          </a:p>
          <a:p>
            <a:pPr lvl="3" indent="-228600"/>
            <a:r>
              <a:rPr lang="es-ES" dirty="0"/>
              <a:t>Cuarto nivel</a:t>
            </a:r>
            <a:endParaRPr lang="es-ES" dirty="0"/>
          </a:p>
          <a:p>
            <a:pPr lvl="4" indent="-228600"/>
            <a:r>
              <a:rPr lang="es-ES" dirty="0"/>
              <a:t>Quinto nivel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081E568-ADFC-4C72-8673-E9C18E8AC042}" type="datetimeFigureOut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s-ES" strike="noStrike" noProof="1" dirty="0">
                <a:latin typeface="Calibri" panose="020F0502020204030204" pitchFamily="34" charset="0"/>
                <a:ea typeface="+mn-ea"/>
                <a:cs typeface="+mn-cs"/>
              </a:rPr>
            </a:fld>
            <a:endParaRPr lang="es-ES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9" name="1 Título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es-ES_tradnl" altLang="x-none" dirty="0"/>
              <a:t>TEMA 6: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 hasCustomPrompt="1"/>
          </p:nvPr>
        </p:nvSpPr>
        <p:spPr/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s-ES_tradnl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INSTALACIÓN DE LINUX UBUNTU </a:t>
            </a:r>
            <a:r>
              <a:rPr kumimoji="0" lang="es-ES" altLang="es-ES_tradnl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</a:t>
            </a:r>
            <a:r>
              <a:rPr kumimoji="0" lang="es-ES_tradnl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.04 SERVER</a:t>
            </a:r>
            <a:endParaRPr kumimoji="0" lang="es-E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288" y="0"/>
            <a:ext cx="8229600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CREACIÓN DE LA MÁQUINA VIRTUAL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5" name="4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323850" y="1341438"/>
            <a:ext cx="8362950" cy="1727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es-ES_tradnl" altLang="x-none" sz="3200" kern="1200" dirty="0">
                <a:latin typeface="+mn-lt"/>
                <a:ea typeface="+mn-ea"/>
                <a:cs typeface="+mn-cs"/>
              </a:rPr>
              <a:t>Desde Vmware, creamos una máquina con las siguientes características:</a:t>
            </a:r>
            <a:endParaRPr lang="es-ES" sz="32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Marcador de posición de contenido 3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83895" y="2780665"/>
            <a:ext cx="7941310" cy="3676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INSTALACIÓN DE LINUX UBUNTU </a:t>
            </a:r>
            <a:r>
              <a:rPr kumimoji="0" lang="es-ES" alt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</a:t>
            </a: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.04 SERVER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9" name="4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250825" y="1600200"/>
            <a:ext cx="8642350" cy="10366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es-ES_tradnl" altLang="x-none" sz="3200" kern="1200" dirty="0">
                <a:latin typeface="+mn-lt"/>
                <a:ea typeface="+mn-ea"/>
                <a:cs typeface="+mn-cs"/>
              </a:rPr>
              <a:t>Seleccionamos el idioma de la instalación.</a:t>
            </a:r>
            <a:endParaRPr lang="es-ES" sz="32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Marcador de posición de contenido 3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043940" y="2204720"/>
            <a:ext cx="7277100" cy="4392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INSTALACIÓN DE LINUX UBUNTU </a:t>
            </a:r>
            <a:r>
              <a:rPr kumimoji="0" lang="es-ES" alt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</a:t>
            </a: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.04 SERVER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099" name="4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250825" y="1600200"/>
            <a:ext cx="8642350" cy="1036638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es-ES_tradnl" altLang="x-none" sz="3200" kern="1200" dirty="0">
                <a:latin typeface="+mn-lt"/>
                <a:ea typeface="+mn-ea"/>
                <a:cs typeface="+mn-cs"/>
              </a:rPr>
              <a:t>Seleccionamos el idioma de</a:t>
            </a:r>
            <a:r>
              <a:rPr lang="es-ES" altLang="es-ES_tradnl" sz="3200" kern="1200" dirty="0">
                <a:latin typeface="+mn-lt"/>
                <a:ea typeface="+mn-ea"/>
                <a:cs typeface="+mn-cs"/>
              </a:rPr>
              <a:t>l teclado</a:t>
            </a:r>
            <a:r>
              <a:rPr lang="es-ES_tradnl" altLang="x-none" sz="3200" kern="1200" dirty="0">
                <a:latin typeface="+mn-lt"/>
                <a:ea typeface="+mn-ea"/>
                <a:cs typeface="+mn-cs"/>
              </a:rPr>
              <a:t>.</a:t>
            </a:r>
            <a:endParaRPr lang="es-ES" sz="32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5" name="Marcador de posición de contenido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04190" y="2819400"/>
            <a:ext cx="8136255" cy="2345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INSTALACIÓN DE LINUX UBUNTU </a:t>
            </a:r>
            <a:r>
              <a:rPr kumimoji="0" lang="es-ES" alt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</a:t>
            </a: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.04 SERVER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323850" y="1484313"/>
            <a:ext cx="8569325" cy="3052763"/>
          </a:xfrm>
        </p:spPr>
        <p:txBody>
          <a:bodyPr vert="horz" wrap="square" lIns="91440" tIns="45720" rIns="91440" bIns="45720" numCol="1" rtlCol="0" anchor="t" anchorCtr="0" compatLnSpc="1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ES_tradnl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 esta pantalla se nos pide información para el gestor de paquetes que conectará con los repositorios de Internet.</a:t>
            </a:r>
            <a:endParaRPr kumimoji="0" lang="es-ES_tradnl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ES_tradnl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 accedemos a Internet a través de Proxy, indicaremos en este punto la identificación del mismo.</a:t>
            </a:r>
            <a:endParaRPr kumimoji="0" lang="es-ES_tradnl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ES_tradnl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 salimos por un </a:t>
            </a:r>
            <a:r>
              <a:rPr kumimoji="0" lang="es-ES_tradnl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router</a:t>
            </a:r>
            <a:r>
              <a:rPr kumimoji="0" lang="es-ES_tradnl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 puerta de enlace, no haremos nada.</a:t>
            </a:r>
            <a:endParaRPr kumimoji="0" lang="es-E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Marcador de posición de contenido 2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99795" y="4364990"/>
            <a:ext cx="7645400" cy="23742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1 Título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INSTALACIÓN DE LINUX UBUNTU </a:t>
            </a:r>
            <a:r>
              <a:rPr kumimoji="0" lang="es-ES" alt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</a:t>
            </a: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.04 SERVER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6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250825" y="1600200"/>
            <a:ext cx="8435975" cy="31242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s-ES_tradnl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Opciones de particionado de disco:</a:t>
            </a:r>
            <a:endParaRPr kumimoji="0" lang="es-ES_tradnl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es-ES" alt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an entire disk: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endParaRPr kumimoji="0" lang="es-ES_tradnl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/>
            </a:pPr>
            <a:r>
              <a:rPr kumimoji="0" lang="es-ES" alt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Custom storage layout</a:t>
            </a:r>
            <a:r>
              <a:rPr kumimoji="0" lang="es-ES_tradnl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Para distribuir el espacio de disco a nuestro gusto.</a:t>
            </a: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Marcador de posición de contenido 2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115695" y="3658870"/>
            <a:ext cx="6196330" cy="28555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INSTALACIÓN DE LINUX UBUNTU </a:t>
            </a:r>
            <a:r>
              <a:rPr kumimoji="0" lang="es-ES" alt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</a:t>
            </a: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.04 SERVER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219" name="5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323850" y="1600200"/>
            <a:ext cx="8362950" cy="10366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es-ES_tradnl" altLang="x-none" sz="3200" kern="1200" dirty="0">
                <a:latin typeface="+mn-lt"/>
                <a:ea typeface="+mn-ea"/>
                <a:cs typeface="+mn-cs"/>
              </a:rPr>
              <a:t>Seleccionamos el disco que queremos particionar de forma manual.</a:t>
            </a:r>
            <a:endParaRPr lang="es-ES" sz="32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Marcador de posición de contenido 2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755650" y="2780665"/>
            <a:ext cx="7708265" cy="3834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INSTALACIÓN DE LINUX UBUNTU </a:t>
            </a:r>
            <a:r>
              <a:rPr kumimoji="0" lang="es-ES" alt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</a:t>
            </a: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.04 SERVER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43" name="5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250825" y="1600200"/>
            <a:ext cx="8642350" cy="16843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es-ES_tradnl" altLang="x-none" sz="3200" kern="1200" dirty="0">
                <a:latin typeface="+mn-lt"/>
                <a:ea typeface="+mn-ea"/>
                <a:cs typeface="+mn-cs"/>
              </a:rPr>
              <a:t>Creamos una nueva tabla de particiones, eliminando así las particiones que pudiesen existir en el disco.</a:t>
            </a:r>
            <a:endParaRPr lang="es-ES" sz="32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Marcador de posición de contenido 2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755650" y="2708910"/>
            <a:ext cx="7575550" cy="401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INSTALACIÓN DE LINUX UBUNTU </a:t>
            </a:r>
            <a:r>
              <a:rPr kumimoji="0" lang="es-ES" alt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</a:t>
            </a: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.04 SERVER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291" name="6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64820" y="1600200"/>
            <a:ext cx="8221980" cy="1397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es-ES_tradnl" altLang="x-none" kern="1200" dirty="0">
                <a:latin typeface="+mn-lt"/>
                <a:ea typeface="+mn-ea"/>
                <a:cs typeface="+mn-cs"/>
              </a:rPr>
              <a:t>Creamos una partición nueva de </a:t>
            </a:r>
            <a:r>
              <a:rPr lang="es-ES" altLang="es-ES_tradnl" kern="1200" dirty="0">
                <a:latin typeface="+mn-lt"/>
                <a:ea typeface="+mn-ea"/>
                <a:cs typeface="+mn-cs"/>
              </a:rPr>
              <a:t>28</a:t>
            </a:r>
            <a:r>
              <a:rPr lang="es-ES_tradnl" altLang="x-none" kern="1200" dirty="0">
                <a:latin typeface="+mn-lt"/>
                <a:ea typeface="+mn-ea"/>
                <a:cs typeface="+mn-cs"/>
              </a:rPr>
              <a:t> GB.</a:t>
            </a:r>
            <a:r>
              <a:rPr lang="es-ES" altLang="es-ES_tradnl" kern="1200" dirty="0">
                <a:latin typeface="+mn-lt"/>
                <a:ea typeface="+mn-ea"/>
                <a:cs typeface="+mn-cs"/>
              </a:rPr>
              <a:t> Con sistema de ficheros ext4 y punto de montaje /.</a:t>
            </a:r>
            <a:endParaRPr lang="es-ES" altLang="es-ES_tradnl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Marcador de posición de contenido 2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27405" y="2679700"/>
            <a:ext cx="7860030" cy="4058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INSTALACIÓN DE LINUX UBUNTU </a:t>
            </a:r>
            <a:r>
              <a:rPr kumimoji="0" lang="es-ES" alt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</a:t>
            </a: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.04 SERVER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1" name="5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468313" y="1600200"/>
            <a:ext cx="8218487" cy="1397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es-ES_tradnl" altLang="x-none" sz="3200" kern="1200" dirty="0">
                <a:latin typeface="+mn-lt"/>
                <a:ea typeface="+mn-ea"/>
                <a:cs typeface="+mn-cs"/>
              </a:rPr>
              <a:t>Seleccionamos el espacio libre del disco para crear la partición de intercambio.</a:t>
            </a:r>
            <a:endParaRPr lang="es-ES" sz="32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Marcador de posición de contenido 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115695" y="2636520"/>
            <a:ext cx="7420610" cy="42341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INSTALACIÓN DE LINUX UBUNTU </a:t>
            </a:r>
            <a:r>
              <a:rPr kumimoji="0" lang="es-ES" alt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</a:t>
            </a: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.04 SERVER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147" name="5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250825" y="1600200"/>
            <a:ext cx="8435975" cy="11080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es-ES_tradnl" altLang="x-none" sz="3200" kern="1200" dirty="0">
                <a:latin typeface="+mn-lt"/>
                <a:ea typeface="+mn-ea"/>
                <a:cs typeface="+mn-cs"/>
              </a:rPr>
              <a:t>Introducimos el nombre</a:t>
            </a:r>
            <a:r>
              <a:rPr lang="es-ES" altLang="es-ES_tradnl" sz="3200" kern="1200" dirty="0">
                <a:latin typeface="+mn-lt"/>
                <a:ea typeface="+mn-ea"/>
                <a:cs typeface="+mn-cs"/>
              </a:rPr>
              <a:t> de usuario y el nombre</a:t>
            </a:r>
            <a:r>
              <a:rPr lang="es-ES_tradnl" altLang="x-none" sz="3200" kern="1200" dirty="0">
                <a:latin typeface="+mn-lt"/>
                <a:ea typeface="+mn-ea"/>
                <a:cs typeface="+mn-cs"/>
              </a:rPr>
              <a:t> de la máquina.</a:t>
            </a:r>
            <a:endParaRPr lang="es-ES" sz="32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Marcador de posición de contenido 2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11505" y="2564765"/>
            <a:ext cx="8079740" cy="3999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SELECCIÓN DE COMPONENTES SOFTWARE A INSTALAR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2" name="2 Marcador de contenido"/>
          <p:cNvSpPr>
            <a:spLocks noGrp="1"/>
          </p:cNvSpPr>
          <p:nvPr>
            <p:ph idx="1" hasCustomPrompt="1"/>
          </p:nvPr>
        </p:nvSpPr>
        <p:spPr>
          <a:xfrm>
            <a:off x="179388" y="1268413"/>
            <a:ext cx="8785225" cy="5184775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s-ES_tradnl" altLang="x-none" sz="2600" b="1" u="sng" dirty="0"/>
              <a:t>DNS Server</a:t>
            </a:r>
            <a:r>
              <a:rPr lang="es-ES_tradnl" altLang="x-none" sz="2600" dirty="0"/>
              <a:t>: Servicio que permite asociar nombres de equipo y de dominio con direcciones IP de equipos de la red.</a:t>
            </a:r>
            <a:endParaRPr lang="es-ES_tradnl" altLang="x-none" sz="2600" dirty="0"/>
          </a:p>
          <a:p>
            <a:pPr eaLnBrk="1" hangingPunct="1"/>
            <a:r>
              <a:rPr lang="es-ES_tradnl" altLang="x-none" sz="2600" b="1" u="sng" dirty="0"/>
              <a:t>LAMP Server</a:t>
            </a:r>
            <a:r>
              <a:rPr lang="es-ES_tradnl" altLang="x-none" sz="2600" dirty="0"/>
              <a:t>: Conjunto de subsistemas software con los que poder administrar Web o servidores dinámicos.</a:t>
            </a:r>
            <a:endParaRPr lang="es-ES_tradnl" altLang="x-none" sz="2600" dirty="0"/>
          </a:p>
          <a:p>
            <a:pPr eaLnBrk="1" hangingPunct="1"/>
            <a:r>
              <a:rPr lang="es-ES_tradnl" altLang="x-none" sz="2600" b="1" u="sng" dirty="0"/>
              <a:t>Mail Server</a:t>
            </a:r>
            <a:r>
              <a:rPr lang="es-ES_tradnl" altLang="x-none" sz="2600" dirty="0"/>
              <a:t>: Servidor de correo electrónico.</a:t>
            </a:r>
            <a:endParaRPr lang="es-ES_tradnl" altLang="x-none" sz="2600" dirty="0"/>
          </a:p>
          <a:p>
            <a:pPr eaLnBrk="1" hangingPunct="1"/>
            <a:r>
              <a:rPr lang="es-ES_tradnl" altLang="x-none" sz="2600" b="1" u="sng" dirty="0"/>
              <a:t>OpenSSH Server</a:t>
            </a:r>
            <a:r>
              <a:rPr lang="es-ES_tradnl" altLang="x-none" sz="2600" dirty="0"/>
              <a:t>: Protocolo de comunicaciones usado para conectar equipos entre sí: clientes o servidores.</a:t>
            </a:r>
            <a:endParaRPr lang="es-ES_tradnl" altLang="x-none" sz="2600" dirty="0"/>
          </a:p>
          <a:p>
            <a:pPr eaLnBrk="1" hangingPunct="1"/>
            <a:r>
              <a:rPr lang="es-ES_tradnl" altLang="x-none" sz="2600" b="1" u="sng" dirty="0"/>
              <a:t>PostgrSQL Server</a:t>
            </a:r>
            <a:r>
              <a:rPr lang="es-ES_tradnl" altLang="x-none" sz="2600" dirty="0"/>
              <a:t>: Gestor de base de datos.</a:t>
            </a:r>
            <a:endParaRPr lang="es-ES_tradnl" altLang="x-none" sz="2600" dirty="0"/>
          </a:p>
          <a:p>
            <a:pPr eaLnBrk="1" hangingPunct="1"/>
            <a:r>
              <a:rPr lang="es-ES_tradnl" altLang="x-none" sz="2600" b="1" u="sng" dirty="0"/>
              <a:t>Print Server</a:t>
            </a:r>
            <a:r>
              <a:rPr lang="es-ES_tradnl" altLang="x-none" sz="2600" dirty="0"/>
              <a:t>: Para crear un servidor de impresión.</a:t>
            </a:r>
            <a:endParaRPr lang="es-ES_tradnl" altLang="x-none" sz="2600" dirty="0"/>
          </a:p>
          <a:p>
            <a:pPr eaLnBrk="1" hangingPunct="1"/>
            <a:r>
              <a:rPr lang="es-ES_tradnl" altLang="x-none" sz="2600" b="1" u="sng" dirty="0"/>
              <a:t>Samba File Server</a:t>
            </a:r>
            <a:r>
              <a:rPr lang="es-ES_tradnl" altLang="x-none" sz="2600" dirty="0"/>
              <a:t>: Para que nuestro equipo sea un controlador de dominio y conferirle compatibilidad de redes Linux y Windows, pudiendo compartir archivos e impresoras.</a:t>
            </a:r>
            <a:endParaRPr lang="es-E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ES_tradnl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SELECCIÓN DE COMPONENTES SOFTWARE A INSTALAR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7" name="3 Marcador de contenido"/>
          <p:cNvSpPr>
            <a:spLocks noGrp="1"/>
          </p:cNvSpPr>
          <p:nvPr>
            <p:ph sz="half" idx="2" hasCustomPrompt="1"/>
          </p:nvPr>
        </p:nvSpPr>
        <p:spPr>
          <a:xfrm>
            <a:off x="323850" y="1600200"/>
            <a:ext cx="8362950" cy="16843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es-ES_tradnl" altLang="x-none" sz="3200" kern="1200" dirty="0">
                <a:latin typeface="+mn-lt"/>
                <a:ea typeface="+mn-ea"/>
                <a:cs typeface="+mn-cs"/>
              </a:rPr>
              <a:t>Nosotros seleccionaremos los servicios:</a:t>
            </a:r>
            <a:endParaRPr lang="es-ES_tradnl" altLang="x-none" sz="3200" kern="1200" dirty="0">
              <a:latin typeface="+mn-lt"/>
              <a:ea typeface="+mn-ea"/>
              <a:cs typeface="+mn-cs"/>
            </a:endParaRPr>
          </a:p>
          <a:p>
            <a:pPr lvl="1" eaLnBrk="1" hangingPunct="1"/>
            <a:r>
              <a:rPr lang="es-ES" altLang="es-ES_tradnl" sz="2800" kern="1200" dirty="0">
                <a:latin typeface="+mn-lt"/>
                <a:ea typeface="+mn-ea"/>
                <a:cs typeface="+mn-cs"/>
              </a:rPr>
              <a:t>SSH </a:t>
            </a:r>
            <a:r>
              <a:rPr lang="es-ES_tradnl" altLang="x-none" sz="2800" kern="1200" dirty="0">
                <a:latin typeface="+mn-lt"/>
                <a:ea typeface="+mn-ea"/>
                <a:cs typeface="+mn-cs"/>
              </a:rPr>
              <a:t>Server</a:t>
            </a:r>
            <a:endParaRPr lang="es-ES_tradnl" altLang="x-none" sz="2800" kern="1200" dirty="0">
              <a:latin typeface="+mn-lt"/>
              <a:ea typeface="+mn-ea"/>
              <a:cs typeface="+mn-cs"/>
            </a:endParaRPr>
          </a:p>
          <a:p>
            <a:pPr marL="457200" lvl="1" indent="0" eaLnBrk="1" hangingPunct="1">
              <a:buNone/>
            </a:pPr>
            <a:endParaRPr lang="es-ES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Marcador de posición de contenido 3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457200" y="3076575"/>
            <a:ext cx="8100695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1 Título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s-ES_tradnl" altLang="x-none" dirty="0"/>
              <a:t>FINALIZAR LA INSTALACIÓN</a:t>
            </a:r>
            <a:endParaRPr lang="es-ES" dirty="0"/>
          </a:p>
        </p:txBody>
      </p:sp>
      <p:sp>
        <p:nvSpPr>
          <p:cNvPr id="27650" name="3 Marcador de contenido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8212455" cy="452628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</a:pPr>
            <a:r>
              <a:rPr lang="es-ES_tradnl" altLang="x-none" sz="2600" kern="1200" dirty="0">
                <a:latin typeface="+mn-lt"/>
                <a:ea typeface="+mn-ea"/>
                <a:cs typeface="+mn-cs"/>
              </a:rPr>
              <a:t>La instalación habrá finalizado  para completarla, habrá que reiniciar el sistema.</a:t>
            </a:r>
            <a:endParaRPr lang="es-ES_tradnl" altLang="x-none" sz="2600" kern="1200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</a:pPr>
            <a:r>
              <a:rPr lang="es-ES_tradnl" altLang="x-none" sz="2600" kern="1200" dirty="0">
                <a:latin typeface="+mn-lt"/>
                <a:ea typeface="+mn-ea"/>
                <a:cs typeface="+mn-cs"/>
              </a:rPr>
              <a:t>Nos pedirá el nombre de usuario y la contraseña.</a:t>
            </a:r>
            <a:endParaRPr lang="es-ES_tradnl" altLang="x-none" sz="2600" kern="1200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</a:pPr>
            <a:endParaRPr lang="es-ES_tradnl" altLang="x-none" sz="2600" kern="1200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</a:pPr>
            <a:endParaRPr lang="es-ES_tradnl" altLang="x-none" sz="2600" kern="1200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</a:pPr>
            <a:endParaRPr lang="es-ES_tradnl" altLang="x-none" sz="2600" kern="1200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</a:pPr>
            <a:r>
              <a:rPr lang="es-ES_tradnl" altLang="x-none" sz="2600" kern="1200" dirty="0">
                <a:latin typeface="+mn-lt"/>
                <a:ea typeface="+mn-ea"/>
                <a:cs typeface="+mn-cs"/>
              </a:rPr>
              <a:t>Una vez dentro aparecerá el símbolo del sistema para introducir comandos.</a:t>
            </a:r>
            <a:endParaRPr lang="es-ES" sz="26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Marcador de posición de contenido 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74980" y="3068955"/>
            <a:ext cx="8194675" cy="119697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5373370"/>
            <a:ext cx="7241540" cy="1036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2370</Words>
  <Application>WPS Presentation</Application>
  <PresentationFormat>Presentación en pantalla (4:3)</PresentationFormat>
  <Paragraphs>73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Microsoft YaHei</vt:lpstr>
      <vt:lpstr>Arial Unicode MS</vt:lpstr>
      <vt:lpstr>Liberation Mono</vt:lpstr>
      <vt:lpstr>Tema de Office</vt:lpstr>
      <vt:lpstr>1_Tema de Office</vt:lpstr>
      <vt:lpstr>PowerPoint 演示文稿</vt:lpstr>
      <vt:lpstr>PowerPoint 演示文稿</vt:lpstr>
      <vt:lpstr>PowerPoint 演示文稿</vt:lpstr>
      <vt:lpstr>INSTALACIÓN DE LINUX UBUNTU 16.04 SERVER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piedad</dc:creator>
  <cp:lastModifiedBy>Profesor</cp:lastModifiedBy>
  <cp:revision>28</cp:revision>
  <dcterms:created xsi:type="dcterms:W3CDTF">2011-11-05T22:22:53Z</dcterms:created>
  <dcterms:modified xsi:type="dcterms:W3CDTF">2021-12-13T12:05:27Z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3082-11.2.0.10382</vt:lpwstr>
  </property>
  <property fmtid="{D5CDD505-2E9C-101B-9397-08002B2CF9AE}" pid="3" name="ICV">
    <vt:lpwstr>93F36843CAFA43829B6D4F1D2AD1F48A</vt:lpwstr>
  </property>
</Properties>
</file>