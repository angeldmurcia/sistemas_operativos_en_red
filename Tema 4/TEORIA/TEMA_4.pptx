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notesMasterIdLst>
    <p:notesMasterId r:id="rId38"/>
  </p:notesMasterIdLst>
  <p:sldIdLst>
    <p:sldId id="256" r:id="rId2"/>
    <p:sldId id="257" r:id="rId3"/>
    <p:sldId id="260" r:id="rId4"/>
    <p:sldId id="258" r:id="rId5"/>
    <p:sldId id="292" r:id="rId6"/>
    <p:sldId id="293" r:id="rId7"/>
    <p:sldId id="294" r:id="rId8"/>
    <p:sldId id="259" r:id="rId9"/>
    <p:sldId id="267" r:id="rId10"/>
    <p:sldId id="261" r:id="rId11"/>
    <p:sldId id="269" r:id="rId12"/>
    <p:sldId id="270" r:id="rId13"/>
    <p:sldId id="263" r:id="rId14"/>
    <p:sldId id="271" r:id="rId15"/>
    <p:sldId id="272" r:id="rId16"/>
    <p:sldId id="273" r:id="rId17"/>
    <p:sldId id="264" r:id="rId18"/>
    <p:sldId id="277" r:id="rId19"/>
    <p:sldId id="278" r:id="rId20"/>
    <p:sldId id="266" r:id="rId21"/>
    <p:sldId id="279" r:id="rId22"/>
    <p:sldId id="280" r:id="rId23"/>
    <p:sldId id="281" r:id="rId24"/>
    <p:sldId id="282" r:id="rId25"/>
    <p:sldId id="283" r:id="rId26"/>
    <p:sldId id="284" r:id="rId27"/>
    <p:sldId id="285" r:id="rId28"/>
    <p:sldId id="295" r:id="rId29"/>
    <p:sldId id="286" r:id="rId30"/>
    <p:sldId id="291" r:id="rId31"/>
    <p:sldId id="288" r:id="rId32"/>
    <p:sldId id="289" r:id="rId33"/>
    <p:sldId id="290" r:id="rId34"/>
    <p:sldId id="297" r:id="rId35"/>
    <p:sldId id="298" r:id="rId36"/>
    <p:sldId id="287" r:id="rId37"/>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Tahoma" pitchFamily="34" charset="0"/>
        <a:ea typeface="+mn-ea"/>
        <a:cs typeface="Arial" charset="0"/>
      </a:defRPr>
    </a:lvl1pPr>
    <a:lvl2pPr marL="457200" algn="l" rtl="0" fontAlgn="base">
      <a:spcBef>
        <a:spcPct val="0"/>
      </a:spcBef>
      <a:spcAft>
        <a:spcPct val="0"/>
      </a:spcAft>
      <a:defRPr kern="1200">
        <a:solidFill>
          <a:schemeClr val="tx1"/>
        </a:solidFill>
        <a:latin typeface="Tahoma" pitchFamily="34" charset="0"/>
        <a:ea typeface="+mn-ea"/>
        <a:cs typeface="Arial" charset="0"/>
      </a:defRPr>
    </a:lvl2pPr>
    <a:lvl3pPr marL="914400" algn="l" rtl="0" fontAlgn="base">
      <a:spcBef>
        <a:spcPct val="0"/>
      </a:spcBef>
      <a:spcAft>
        <a:spcPct val="0"/>
      </a:spcAft>
      <a:defRPr kern="1200">
        <a:solidFill>
          <a:schemeClr val="tx1"/>
        </a:solidFill>
        <a:latin typeface="Tahoma" pitchFamily="34" charset="0"/>
        <a:ea typeface="+mn-ea"/>
        <a:cs typeface="Arial" charset="0"/>
      </a:defRPr>
    </a:lvl3pPr>
    <a:lvl4pPr marL="1371600" algn="l" rtl="0" fontAlgn="base">
      <a:spcBef>
        <a:spcPct val="0"/>
      </a:spcBef>
      <a:spcAft>
        <a:spcPct val="0"/>
      </a:spcAft>
      <a:defRPr kern="1200">
        <a:solidFill>
          <a:schemeClr val="tx1"/>
        </a:solidFill>
        <a:latin typeface="Tahoma" pitchFamily="34" charset="0"/>
        <a:ea typeface="+mn-ea"/>
        <a:cs typeface="Arial" charset="0"/>
      </a:defRPr>
    </a:lvl4pPr>
    <a:lvl5pPr marL="1828800" algn="l" rtl="0" fontAlgn="base">
      <a:spcBef>
        <a:spcPct val="0"/>
      </a:spcBef>
      <a:spcAft>
        <a:spcPct val="0"/>
      </a:spcAft>
      <a:defRPr kern="1200">
        <a:solidFill>
          <a:schemeClr val="tx1"/>
        </a:solidFill>
        <a:latin typeface="Tahoma" pitchFamily="34" charset="0"/>
        <a:ea typeface="+mn-ea"/>
        <a:cs typeface="Arial" charset="0"/>
      </a:defRPr>
    </a:lvl5pPr>
    <a:lvl6pPr marL="2286000" algn="l" defTabSz="914400" rtl="0" eaLnBrk="1" latinLnBrk="0" hangingPunct="1">
      <a:defRPr kern="1200">
        <a:solidFill>
          <a:schemeClr val="tx1"/>
        </a:solidFill>
        <a:latin typeface="Tahoma" pitchFamily="34" charset="0"/>
        <a:ea typeface="+mn-ea"/>
        <a:cs typeface="Arial" charset="0"/>
      </a:defRPr>
    </a:lvl6pPr>
    <a:lvl7pPr marL="2743200" algn="l" defTabSz="914400" rtl="0" eaLnBrk="1" latinLnBrk="0" hangingPunct="1">
      <a:defRPr kern="1200">
        <a:solidFill>
          <a:schemeClr val="tx1"/>
        </a:solidFill>
        <a:latin typeface="Tahoma" pitchFamily="34" charset="0"/>
        <a:ea typeface="+mn-ea"/>
        <a:cs typeface="Arial" charset="0"/>
      </a:defRPr>
    </a:lvl7pPr>
    <a:lvl8pPr marL="3200400" algn="l" defTabSz="914400" rtl="0" eaLnBrk="1" latinLnBrk="0" hangingPunct="1">
      <a:defRPr kern="1200">
        <a:solidFill>
          <a:schemeClr val="tx1"/>
        </a:solidFill>
        <a:latin typeface="Tahoma" pitchFamily="34" charset="0"/>
        <a:ea typeface="+mn-ea"/>
        <a:cs typeface="Arial" charset="0"/>
      </a:defRPr>
    </a:lvl8pPr>
    <a:lvl9pPr marL="3657600" algn="l" defTabSz="914400" rtl="0" eaLnBrk="1" latinLnBrk="0" hangingPunct="1">
      <a:defRPr kern="1200">
        <a:solidFill>
          <a:schemeClr val="tx1"/>
        </a:solidFill>
        <a:latin typeface="Tahoma"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10"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2604"/>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mn-cs"/>
              </a:defRPr>
            </a:lvl1pPr>
          </a:lstStyle>
          <a:p>
            <a:pPr>
              <a:defRPr/>
            </a:pPr>
            <a:endParaRPr lang="es-E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mn-cs"/>
              </a:defRPr>
            </a:lvl1pPr>
          </a:lstStyle>
          <a:p>
            <a:pPr>
              <a:defRPr/>
            </a:pPr>
            <a:endParaRPr lang="es-ES"/>
          </a:p>
        </p:txBody>
      </p:sp>
      <p:sp>
        <p:nvSpPr>
          <p:cNvPr id="450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noProof="0" smtClean="0"/>
              <a:t>Haga clic para modificar el estilo de texto del patrón</a:t>
            </a:r>
          </a:p>
          <a:p>
            <a:pPr lvl="1"/>
            <a:r>
              <a:rPr lang="es-ES" noProof="0" smtClean="0"/>
              <a:t>Segundo nivel</a:t>
            </a:r>
          </a:p>
          <a:p>
            <a:pPr lvl="2"/>
            <a:r>
              <a:rPr lang="es-ES" noProof="0" smtClean="0"/>
              <a:t>Tercer nivel</a:t>
            </a:r>
          </a:p>
          <a:p>
            <a:pPr lvl="3"/>
            <a:r>
              <a:rPr lang="es-ES" noProof="0" smtClean="0"/>
              <a:t>Cuarto nivel</a:t>
            </a:r>
          </a:p>
          <a:p>
            <a:pPr lvl="4"/>
            <a:r>
              <a:rPr lang="es-ES" noProof="0" smtClean="0"/>
              <a:t>Quinto nivel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mn-cs"/>
              </a:defRPr>
            </a:lvl1pPr>
          </a:lstStyle>
          <a:p>
            <a:pPr>
              <a:defRPr/>
            </a:pPr>
            <a:endParaRPr lang="es-E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cs typeface="+mn-cs"/>
              </a:defRPr>
            </a:lvl1pPr>
          </a:lstStyle>
          <a:p>
            <a:pPr>
              <a:defRPr/>
            </a:pPr>
            <a:fld id="{3612EC61-4044-443F-B86B-B0636540E64B}" type="slidenum">
              <a:rPr lang="es-ES"/>
              <a:pPr>
                <a:defRPr/>
              </a:pPr>
              <a:t>‹Nº›</a:t>
            </a:fld>
            <a:endParaRPr lang="es-E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p:txBody>
          <a:bodyPr/>
          <a:lstStyle/>
          <a:p>
            <a:pPr>
              <a:defRPr/>
            </a:pPr>
            <a:fld id="{84EF587F-E5B3-45E5-B4A6-A80A78E6DBA9}" type="slidenum">
              <a:rPr lang="es-ES" smtClean="0"/>
              <a:pPr>
                <a:defRPr/>
              </a:pPr>
              <a:t>2</a:t>
            </a:fld>
            <a:endParaRPr lang="es-E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718B9E5B-7ED9-4FF7-9CE4-093A1AB8DD18}" type="slidenum">
              <a:rPr lang="es-ES" smtClean="0"/>
              <a:pPr>
                <a:defRPr/>
              </a:pPr>
              <a:t>3</a:t>
            </a:fld>
            <a:endParaRPr lang="es-ES" smtClean="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pPr eaLnBrk="1" hangingPunct="1"/>
            <a:r>
              <a:rPr lang="es-ES_tradnl" smtClean="0"/>
              <a:t>Práctica1, práctica2</a:t>
            </a:r>
            <a:endParaRPr lang="es-E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p:txBody>
          <a:bodyPr/>
          <a:lstStyle/>
          <a:p>
            <a:pPr>
              <a:defRPr/>
            </a:pPr>
            <a:fld id="{CE642227-BE1A-4FA8-BE01-233552A3E1A0}" type="slidenum">
              <a:rPr lang="es-ES" smtClean="0"/>
              <a:pPr>
                <a:defRPr/>
              </a:pPr>
              <a:t>4</a:t>
            </a:fld>
            <a:endParaRPr lang="es-ES"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r>
              <a:rPr lang="es-ES_tradnl" smtClean="0"/>
              <a:t>Práctica 3, </a:t>
            </a:r>
            <a:endParaRPr lang="es-E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1 Marcador de imagen de diapositiva"/>
          <p:cNvSpPr>
            <a:spLocks noGrp="1" noRot="1" noChangeAspect="1" noTextEdit="1"/>
          </p:cNvSpPr>
          <p:nvPr>
            <p:ph type="sldImg"/>
          </p:nvPr>
        </p:nvSpPr>
        <p:spPr>
          <a:ln/>
        </p:spPr>
      </p:sp>
      <p:sp>
        <p:nvSpPr>
          <p:cNvPr id="49155" name="2 Marcador de notas"/>
          <p:cNvSpPr>
            <a:spLocks noGrp="1"/>
          </p:cNvSpPr>
          <p:nvPr>
            <p:ph type="body" idx="1"/>
          </p:nvPr>
        </p:nvSpPr>
        <p:spPr>
          <a:noFill/>
          <a:ln/>
        </p:spPr>
        <p:txBody>
          <a:bodyPr/>
          <a:lstStyle/>
          <a:p>
            <a:endParaRPr lang="es-ES" smtClean="0"/>
          </a:p>
        </p:txBody>
      </p:sp>
      <p:sp>
        <p:nvSpPr>
          <p:cNvPr id="4" name="3 Marcador de número de diapositiva"/>
          <p:cNvSpPr>
            <a:spLocks noGrp="1"/>
          </p:cNvSpPr>
          <p:nvPr>
            <p:ph type="sldNum" sz="quarter" idx="5"/>
          </p:nvPr>
        </p:nvSpPr>
        <p:spPr/>
        <p:txBody>
          <a:bodyPr/>
          <a:lstStyle/>
          <a:p>
            <a:pPr>
              <a:defRPr/>
            </a:pPr>
            <a:fld id="{05F4A889-64CB-4D1B-80F5-24E15D60FC1D}" type="slidenum">
              <a:rPr lang="es-ES" smtClean="0"/>
              <a:pPr>
                <a:defRPr/>
              </a:pPr>
              <a:t>6</a:t>
            </a:fld>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1 Marcador de imagen de diapositiva"/>
          <p:cNvSpPr>
            <a:spLocks noGrp="1" noRot="1" noChangeAspect="1" noTextEdit="1"/>
          </p:cNvSpPr>
          <p:nvPr>
            <p:ph type="sldImg"/>
          </p:nvPr>
        </p:nvSpPr>
        <p:spPr>
          <a:ln/>
        </p:spPr>
      </p:sp>
      <p:sp>
        <p:nvSpPr>
          <p:cNvPr id="50179" name="2 Marcador de notas"/>
          <p:cNvSpPr>
            <a:spLocks noGrp="1"/>
          </p:cNvSpPr>
          <p:nvPr>
            <p:ph type="body" idx="1"/>
          </p:nvPr>
        </p:nvSpPr>
        <p:spPr>
          <a:noFill/>
          <a:ln/>
        </p:spPr>
        <p:txBody>
          <a:bodyPr/>
          <a:lstStyle/>
          <a:p>
            <a:r>
              <a:rPr lang="es-ES_tradnl" smtClean="0"/>
              <a:t>Actividades 1,2 y 3 página 98-99</a:t>
            </a:r>
            <a:endParaRPr lang="es-ES" smtClean="0"/>
          </a:p>
        </p:txBody>
      </p:sp>
      <p:sp>
        <p:nvSpPr>
          <p:cNvPr id="4" name="3 Marcador de número de diapositiva"/>
          <p:cNvSpPr>
            <a:spLocks noGrp="1"/>
          </p:cNvSpPr>
          <p:nvPr>
            <p:ph type="sldNum" sz="quarter" idx="5"/>
          </p:nvPr>
        </p:nvSpPr>
        <p:spPr/>
        <p:txBody>
          <a:bodyPr/>
          <a:lstStyle/>
          <a:p>
            <a:pPr>
              <a:defRPr/>
            </a:pPr>
            <a:fld id="{C07D3754-129B-4A6F-9BCF-3796577AD009}" type="slidenum">
              <a:rPr lang="es-ES" smtClean="0"/>
              <a:pPr>
                <a:defRPr/>
              </a:pPr>
              <a:t>7</a:t>
            </a:fld>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1 Marcador de imagen de diapositiva"/>
          <p:cNvSpPr>
            <a:spLocks noGrp="1" noRot="1" noChangeAspect="1" noTextEdit="1"/>
          </p:cNvSpPr>
          <p:nvPr>
            <p:ph type="sldImg"/>
          </p:nvPr>
        </p:nvSpPr>
        <p:spPr>
          <a:ln/>
        </p:spPr>
      </p:sp>
      <p:sp>
        <p:nvSpPr>
          <p:cNvPr id="51203" name="2 Marcador de notas"/>
          <p:cNvSpPr>
            <a:spLocks noGrp="1"/>
          </p:cNvSpPr>
          <p:nvPr>
            <p:ph type="body" idx="1"/>
          </p:nvPr>
        </p:nvSpPr>
        <p:spPr>
          <a:noFill/>
          <a:ln/>
        </p:spPr>
        <p:txBody>
          <a:bodyPr/>
          <a:lstStyle/>
          <a:p>
            <a:r>
              <a:rPr lang="es-ES_tradnl" smtClean="0"/>
              <a:t>Actividades 4 y 5</a:t>
            </a:r>
            <a:endParaRPr lang="es-ES" smtClean="0"/>
          </a:p>
        </p:txBody>
      </p:sp>
      <p:sp>
        <p:nvSpPr>
          <p:cNvPr id="4" name="3 Marcador de número de diapositiva"/>
          <p:cNvSpPr>
            <a:spLocks noGrp="1"/>
          </p:cNvSpPr>
          <p:nvPr>
            <p:ph type="sldNum" sz="quarter" idx="5"/>
          </p:nvPr>
        </p:nvSpPr>
        <p:spPr/>
        <p:txBody>
          <a:bodyPr/>
          <a:lstStyle/>
          <a:p>
            <a:pPr>
              <a:defRPr/>
            </a:pPr>
            <a:fld id="{22541851-3A11-4A70-8829-AF755D4DED49}" type="slidenum">
              <a:rPr lang="es-ES" smtClean="0"/>
              <a:pPr>
                <a:defRPr/>
              </a:pPr>
              <a:t>26</a:t>
            </a:fld>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p:spPr>
            <p:txBody>
              <a:bodyPr wrap="none" anchor="ctr"/>
              <a:lstStyle/>
              <a:p>
                <a:endParaRPr lang="es-E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endParaRPr lang="es-E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p:spPr>
            <p:txBody>
              <a:bodyPr wrap="none" anchor="ctr"/>
              <a:lstStyle/>
              <a:p>
                <a:endParaRPr lang="es-ES"/>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endParaRPr lang="es-E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endParaRPr lang="es-E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p:spPr>
          <p:txBody>
            <a:bodyPr wrap="none" anchor="ctr"/>
            <a:lstStyle/>
            <a:p>
              <a:endParaRPr lang="es-E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endParaRPr lang="es-ES"/>
            </a:p>
          </p:txBody>
        </p:sp>
      </p:grpSp>
      <p:sp>
        <p:nvSpPr>
          <p:cNvPr id="23564" name="Rectangle 12"/>
          <p:cNvSpPr>
            <a:spLocks noGrp="1" noChangeArrowheads="1"/>
          </p:cNvSpPr>
          <p:nvPr>
            <p:ph type="ctrTitle"/>
          </p:nvPr>
        </p:nvSpPr>
        <p:spPr>
          <a:xfrm>
            <a:off x="990600" y="1676400"/>
            <a:ext cx="7772400" cy="1462088"/>
          </a:xfrm>
        </p:spPr>
        <p:txBody>
          <a:bodyPr/>
          <a:lstStyle>
            <a:lvl1pPr>
              <a:defRPr/>
            </a:lvl1pPr>
          </a:lstStyle>
          <a:p>
            <a:r>
              <a:rPr lang="es-ES"/>
              <a:t>Haga clic para cambiar el estilo de título	</a:t>
            </a:r>
          </a:p>
        </p:txBody>
      </p:sp>
      <p:sp>
        <p:nvSpPr>
          <p:cNvPr id="2356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s-ES"/>
              <a:t>Haga clic para modificar el estilo de subtítulo del patrón</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s-E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s-ES"/>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915F6786-42C9-47BD-BD5F-2F4D69174457}" type="slidenum">
              <a:rPr lang="es-ES"/>
              <a:pPr>
                <a:defRPr/>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Rectangle 11"/>
          <p:cNvSpPr>
            <a:spLocks noGrp="1" noChangeArrowheads="1"/>
          </p:cNvSpPr>
          <p:nvPr>
            <p:ph type="dt" sz="half" idx="10"/>
          </p:nvPr>
        </p:nvSpPr>
        <p:spPr>
          <a:ln/>
        </p:spPr>
        <p:txBody>
          <a:bodyPr/>
          <a:lstStyle>
            <a:lvl1pPr>
              <a:defRPr/>
            </a:lvl1pPr>
          </a:lstStyle>
          <a:p>
            <a:pPr>
              <a:defRPr/>
            </a:pPr>
            <a:endParaRPr lang="es-ES"/>
          </a:p>
        </p:txBody>
      </p:sp>
      <p:sp>
        <p:nvSpPr>
          <p:cNvPr id="5" name="Rectangle 12"/>
          <p:cNvSpPr>
            <a:spLocks noGrp="1" noChangeArrowheads="1"/>
          </p:cNvSpPr>
          <p:nvPr>
            <p:ph type="ftr" sz="quarter" idx="11"/>
          </p:nvPr>
        </p:nvSpPr>
        <p:spPr>
          <a:ln/>
        </p:spPr>
        <p:txBody>
          <a:bodyPr/>
          <a:lstStyle>
            <a:lvl1pPr>
              <a:defRPr/>
            </a:lvl1pPr>
          </a:lstStyle>
          <a:p>
            <a:pPr>
              <a:defRPr/>
            </a:pPr>
            <a:endParaRPr lang="es-ES"/>
          </a:p>
        </p:txBody>
      </p:sp>
      <p:sp>
        <p:nvSpPr>
          <p:cNvPr id="6" name="Rectangle 13"/>
          <p:cNvSpPr>
            <a:spLocks noGrp="1" noChangeArrowheads="1"/>
          </p:cNvSpPr>
          <p:nvPr>
            <p:ph type="sldNum" sz="quarter" idx="12"/>
          </p:nvPr>
        </p:nvSpPr>
        <p:spPr>
          <a:ln/>
        </p:spPr>
        <p:txBody>
          <a:bodyPr/>
          <a:lstStyle>
            <a:lvl1pPr>
              <a:defRPr/>
            </a:lvl1pPr>
          </a:lstStyle>
          <a:p>
            <a:pPr>
              <a:defRPr/>
            </a:pPr>
            <a:fld id="{0AA18051-96F8-4291-B506-C46983E32397}" type="slidenum">
              <a:rPr lang="es-ES"/>
              <a:pPr>
                <a:defRPr/>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smtClean="0"/>
              <a:t>Haga clic para modificar el estilo de texto del patrón</a:t>
            </a:r>
          </a:p>
        </p:txBody>
      </p:sp>
      <p:sp>
        <p:nvSpPr>
          <p:cNvPr id="4" name="Rectangle 11"/>
          <p:cNvSpPr>
            <a:spLocks noGrp="1" noChangeArrowheads="1"/>
          </p:cNvSpPr>
          <p:nvPr>
            <p:ph type="dt" sz="half" idx="10"/>
          </p:nvPr>
        </p:nvSpPr>
        <p:spPr>
          <a:ln/>
        </p:spPr>
        <p:txBody>
          <a:bodyPr/>
          <a:lstStyle>
            <a:lvl1pPr>
              <a:defRPr/>
            </a:lvl1pPr>
          </a:lstStyle>
          <a:p>
            <a:pPr>
              <a:defRPr/>
            </a:pPr>
            <a:endParaRPr lang="es-ES"/>
          </a:p>
        </p:txBody>
      </p:sp>
      <p:sp>
        <p:nvSpPr>
          <p:cNvPr id="5" name="Rectangle 12"/>
          <p:cNvSpPr>
            <a:spLocks noGrp="1" noChangeArrowheads="1"/>
          </p:cNvSpPr>
          <p:nvPr>
            <p:ph type="ftr" sz="quarter" idx="11"/>
          </p:nvPr>
        </p:nvSpPr>
        <p:spPr>
          <a:ln/>
        </p:spPr>
        <p:txBody>
          <a:bodyPr/>
          <a:lstStyle>
            <a:lvl1pPr>
              <a:defRPr/>
            </a:lvl1pPr>
          </a:lstStyle>
          <a:p>
            <a:pPr>
              <a:defRPr/>
            </a:pPr>
            <a:endParaRPr lang="es-ES"/>
          </a:p>
        </p:txBody>
      </p:sp>
      <p:sp>
        <p:nvSpPr>
          <p:cNvPr id="6" name="Rectangle 13"/>
          <p:cNvSpPr>
            <a:spLocks noGrp="1" noChangeArrowheads="1"/>
          </p:cNvSpPr>
          <p:nvPr>
            <p:ph type="sldNum" sz="quarter" idx="12"/>
          </p:nvPr>
        </p:nvSpPr>
        <p:spPr>
          <a:ln/>
        </p:spPr>
        <p:txBody>
          <a:bodyPr/>
          <a:lstStyle>
            <a:lvl1pPr>
              <a:defRPr/>
            </a:lvl1pPr>
          </a:lstStyle>
          <a:p>
            <a:pPr>
              <a:defRPr/>
            </a:pPr>
            <a:fld id="{CC0EEF62-7D65-4DCB-BA99-B36DFCE096E8}" type="slidenum">
              <a:rPr lang="es-ES"/>
              <a:pPr>
                <a:defRPr/>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Rectangle 11"/>
          <p:cNvSpPr>
            <a:spLocks noGrp="1" noChangeArrowheads="1"/>
          </p:cNvSpPr>
          <p:nvPr>
            <p:ph type="dt" sz="half" idx="10"/>
          </p:nvPr>
        </p:nvSpPr>
        <p:spPr>
          <a:ln/>
        </p:spPr>
        <p:txBody>
          <a:bodyPr/>
          <a:lstStyle>
            <a:lvl1pPr>
              <a:defRPr/>
            </a:lvl1pPr>
          </a:lstStyle>
          <a:p>
            <a:pPr>
              <a:defRPr/>
            </a:pPr>
            <a:endParaRPr lang="es-ES"/>
          </a:p>
        </p:txBody>
      </p:sp>
      <p:sp>
        <p:nvSpPr>
          <p:cNvPr id="6" name="Rectangle 12"/>
          <p:cNvSpPr>
            <a:spLocks noGrp="1" noChangeArrowheads="1"/>
          </p:cNvSpPr>
          <p:nvPr>
            <p:ph type="ftr" sz="quarter" idx="11"/>
          </p:nvPr>
        </p:nvSpPr>
        <p:spPr>
          <a:ln/>
        </p:spPr>
        <p:txBody>
          <a:bodyPr/>
          <a:lstStyle>
            <a:lvl1pPr>
              <a:defRPr/>
            </a:lvl1pPr>
          </a:lstStyle>
          <a:p>
            <a:pPr>
              <a:defRPr/>
            </a:pPr>
            <a:endParaRPr lang="es-ES"/>
          </a:p>
        </p:txBody>
      </p:sp>
      <p:sp>
        <p:nvSpPr>
          <p:cNvPr id="7" name="Rectangle 13"/>
          <p:cNvSpPr>
            <a:spLocks noGrp="1" noChangeArrowheads="1"/>
          </p:cNvSpPr>
          <p:nvPr>
            <p:ph type="sldNum" sz="quarter" idx="12"/>
          </p:nvPr>
        </p:nvSpPr>
        <p:spPr>
          <a:ln/>
        </p:spPr>
        <p:txBody>
          <a:bodyPr/>
          <a:lstStyle>
            <a:lvl1pPr>
              <a:defRPr/>
            </a:lvl1pPr>
          </a:lstStyle>
          <a:p>
            <a:pPr>
              <a:defRPr/>
            </a:pPr>
            <a:fld id="{29109B03-19DF-4C74-83D0-5497B8E0A084}" type="slidenum">
              <a:rPr lang="es-ES"/>
              <a:pPr>
                <a:defRPr/>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Rectangle 11"/>
          <p:cNvSpPr>
            <a:spLocks noGrp="1" noChangeArrowheads="1"/>
          </p:cNvSpPr>
          <p:nvPr>
            <p:ph type="dt" sz="half" idx="10"/>
          </p:nvPr>
        </p:nvSpPr>
        <p:spPr>
          <a:ln/>
        </p:spPr>
        <p:txBody>
          <a:bodyPr/>
          <a:lstStyle>
            <a:lvl1pPr>
              <a:defRPr/>
            </a:lvl1pPr>
          </a:lstStyle>
          <a:p>
            <a:pPr>
              <a:defRPr/>
            </a:pPr>
            <a:endParaRPr lang="es-ES"/>
          </a:p>
        </p:txBody>
      </p:sp>
      <p:sp>
        <p:nvSpPr>
          <p:cNvPr id="8" name="Rectangle 12"/>
          <p:cNvSpPr>
            <a:spLocks noGrp="1" noChangeArrowheads="1"/>
          </p:cNvSpPr>
          <p:nvPr>
            <p:ph type="ftr" sz="quarter" idx="11"/>
          </p:nvPr>
        </p:nvSpPr>
        <p:spPr>
          <a:ln/>
        </p:spPr>
        <p:txBody>
          <a:bodyPr/>
          <a:lstStyle>
            <a:lvl1pPr>
              <a:defRPr/>
            </a:lvl1pPr>
          </a:lstStyle>
          <a:p>
            <a:pPr>
              <a:defRPr/>
            </a:pPr>
            <a:endParaRPr lang="es-ES"/>
          </a:p>
        </p:txBody>
      </p:sp>
      <p:sp>
        <p:nvSpPr>
          <p:cNvPr id="9" name="Rectangle 13"/>
          <p:cNvSpPr>
            <a:spLocks noGrp="1" noChangeArrowheads="1"/>
          </p:cNvSpPr>
          <p:nvPr>
            <p:ph type="sldNum" sz="quarter" idx="12"/>
          </p:nvPr>
        </p:nvSpPr>
        <p:spPr>
          <a:ln/>
        </p:spPr>
        <p:txBody>
          <a:bodyPr/>
          <a:lstStyle>
            <a:lvl1pPr>
              <a:defRPr/>
            </a:lvl1pPr>
          </a:lstStyle>
          <a:p>
            <a:pPr>
              <a:defRPr/>
            </a:pPr>
            <a:fld id="{C58165F8-DAF5-4194-9545-A8C7DA6D96E5}" type="slidenum">
              <a:rPr lang="es-ES"/>
              <a:pPr>
                <a:defRPr/>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Rectangle 11"/>
          <p:cNvSpPr>
            <a:spLocks noGrp="1" noChangeArrowheads="1"/>
          </p:cNvSpPr>
          <p:nvPr>
            <p:ph type="dt" sz="half" idx="10"/>
          </p:nvPr>
        </p:nvSpPr>
        <p:spPr>
          <a:ln/>
        </p:spPr>
        <p:txBody>
          <a:bodyPr/>
          <a:lstStyle>
            <a:lvl1pPr>
              <a:defRPr/>
            </a:lvl1pPr>
          </a:lstStyle>
          <a:p>
            <a:pPr>
              <a:defRPr/>
            </a:pPr>
            <a:endParaRPr lang="es-ES"/>
          </a:p>
        </p:txBody>
      </p:sp>
      <p:sp>
        <p:nvSpPr>
          <p:cNvPr id="4" name="Rectangle 12"/>
          <p:cNvSpPr>
            <a:spLocks noGrp="1" noChangeArrowheads="1"/>
          </p:cNvSpPr>
          <p:nvPr>
            <p:ph type="ftr" sz="quarter" idx="11"/>
          </p:nvPr>
        </p:nvSpPr>
        <p:spPr>
          <a:ln/>
        </p:spPr>
        <p:txBody>
          <a:bodyPr/>
          <a:lstStyle>
            <a:lvl1pPr>
              <a:defRPr/>
            </a:lvl1pPr>
          </a:lstStyle>
          <a:p>
            <a:pPr>
              <a:defRPr/>
            </a:pPr>
            <a:endParaRPr lang="es-ES"/>
          </a:p>
        </p:txBody>
      </p:sp>
      <p:sp>
        <p:nvSpPr>
          <p:cNvPr id="5" name="Rectangle 13"/>
          <p:cNvSpPr>
            <a:spLocks noGrp="1" noChangeArrowheads="1"/>
          </p:cNvSpPr>
          <p:nvPr>
            <p:ph type="sldNum" sz="quarter" idx="12"/>
          </p:nvPr>
        </p:nvSpPr>
        <p:spPr>
          <a:ln/>
        </p:spPr>
        <p:txBody>
          <a:bodyPr/>
          <a:lstStyle>
            <a:lvl1pPr>
              <a:defRPr/>
            </a:lvl1pPr>
          </a:lstStyle>
          <a:p>
            <a:pPr>
              <a:defRPr/>
            </a:pPr>
            <a:fld id="{61318868-77A6-4271-BB17-C3C1772D59DC}" type="slidenum">
              <a:rPr lang="es-ES"/>
              <a:pPr>
                <a:defRPr/>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s-ES"/>
          </a:p>
        </p:txBody>
      </p:sp>
      <p:sp>
        <p:nvSpPr>
          <p:cNvPr id="3" name="Rectangle 12"/>
          <p:cNvSpPr>
            <a:spLocks noGrp="1" noChangeArrowheads="1"/>
          </p:cNvSpPr>
          <p:nvPr>
            <p:ph type="ftr" sz="quarter" idx="11"/>
          </p:nvPr>
        </p:nvSpPr>
        <p:spPr>
          <a:ln/>
        </p:spPr>
        <p:txBody>
          <a:bodyPr/>
          <a:lstStyle>
            <a:lvl1pPr>
              <a:defRPr/>
            </a:lvl1pPr>
          </a:lstStyle>
          <a:p>
            <a:pPr>
              <a:defRPr/>
            </a:pPr>
            <a:endParaRPr lang="es-ES"/>
          </a:p>
        </p:txBody>
      </p:sp>
      <p:sp>
        <p:nvSpPr>
          <p:cNvPr id="4" name="Rectangle 13"/>
          <p:cNvSpPr>
            <a:spLocks noGrp="1" noChangeArrowheads="1"/>
          </p:cNvSpPr>
          <p:nvPr>
            <p:ph type="sldNum" sz="quarter" idx="12"/>
          </p:nvPr>
        </p:nvSpPr>
        <p:spPr>
          <a:ln/>
        </p:spPr>
        <p:txBody>
          <a:bodyPr/>
          <a:lstStyle>
            <a:lvl1pPr>
              <a:defRPr/>
            </a:lvl1pPr>
          </a:lstStyle>
          <a:p>
            <a:pPr>
              <a:defRPr/>
            </a:pPr>
            <a:fld id="{64E3AC50-68C8-42B0-8766-9F6C8691DBDE}" type="slidenum">
              <a:rPr lang="es-ES"/>
              <a:pPr>
                <a:defRPr/>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Rectangle 11"/>
          <p:cNvSpPr>
            <a:spLocks noGrp="1" noChangeArrowheads="1"/>
          </p:cNvSpPr>
          <p:nvPr>
            <p:ph type="dt" sz="half" idx="10"/>
          </p:nvPr>
        </p:nvSpPr>
        <p:spPr>
          <a:ln/>
        </p:spPr>
        <p:txBody>
          <a:bodyPr/>
          <a:lstStyle>
            <a:lvl1pPr>
              <a:defRPr/>
            </a:lvl1pPr>
          </a:lstStyle>
          <a:p>
            <a:pPr>
              <a:defRPr/>
            </a:pPr>
            <a:endParaRPr lang="es-ES"/>
          </a:p>
        </p:txBody>
      </p:sp>
      <p:sp>
        <p:nvSpPr>
          <p:cNvPr id="6" name="Rectangle 12"/>
          <p:cNvSpPr>
            <a:spLocks noGrp="1" noChangeArrowheads="1"/>
          </p:cNvSpPr>
          <p:nvPr>
            <p:ph type="ftr" sz="quarter" idx="11"/>
          </p:nvPr>
        </p:nvSpPr>
        <p:spPr>
          <a:ln/>
        </p:spPr>
        <p:txBody>
          <a:bodyPr/>
          <a:lstStyle>
            <a:lvl1pPr>
              <a:defRPr/>
            </a:lvl1pPr>
          </a:lstStyle>
          <a:p>
            <a:pPr>
              <a:defRPr/>
            </a:pPr>
            <a:endParaRPr lang="es-ES"/>
          </a:p>
        </p:txBody>
      </p:sp>
      <p:sp>
        <p:nvSpPr>
          <p:cNvPr id="7" name="Rectangle 13"/>
          <p:cNvSpPr>
            <a:spLocks noGrp="1" noChangeArrowheads="1"/>
          </p:cNvSpPr>
          <p:nvPr>
            <p:ph type="sldNum" sz="quarter" idx="12"/>
          </p:nvPr>
        </p:nvSpPr>
        <p:spPr>
          <a:ln/>
        </p:spPr>
        <p:txBody>
          <a:bodyPr/>
          <a:lstStyle>
            <a:lvl1pPr>
              <a:defRPr/>
            </a:lvl1pPr>
          </a:lstStyle>
          <a:p>
            <a:pPr>
              <a:defRPr/>
            </a:pPr>
            <a:fld id="{FA809CC0-7E48-426F-BCB4-D3A2FD4A6D90}" type="slidenum">
              <a:rPr lang="es-ES"/>
              <a:pPr>
                <a:defRPr/>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smtClean="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Rectangle 11"/>
          <p:cNvSpPr>
            <a:spLocks noGrp="1" noChangeArrowheads="1"/>
          </p:cNvSpPr>
          <p:nvPr>
            <p:ph type="dt" sz="half" idx="10"/>
          </p:nvPr>
        </p:nvSpPr>
        <p:spPr>
          <a:ln/>
        </p:spPr>
        <p:txBody>
          <a:bodyPr/>
          <a:lstStyle>
            <a:lvl1pPr>
              <a:defRPr/>
            </a:lvl1pPr>
          </a:lstStyle>
          <a:p>
            <a:pPr>
              <a:defRPr/>
            </a:pPr>
            <a:endParaRPr lang="es-ES"/>
          </a:p>
        </p:txBody>
      </p:sp>
      <p:sp>
        <p:nvSpPr>
          <p:cNvPr id="6" name="Rectangle 12"/>
          <p:cNvSpPr>
            <a:spLocks noGrp="1" noChangeArrowheads="1"/>
          </p:cNvSpPr>
          <p:nvPr>
            <p:ph type="ftr" sz="quarter" idx="11"/>
          </p:nvPr>
        </p:nvSpPr>
        <p:spPr>
          <a:ln/>
        </p:spPr>
        <p:txBody>
          <a:bodyPr/>
          <a:lstStyle>
            <a:lvl1pPr>
              <a:defRPr/>
            </a:lvl1pPr>
          </a:lstStyle>
          <a:p>
            <a:pPr>
              <a:defRPr/>
            </a:pPr>
            <a:endParaRPr lang="es-ES"/>
          </a:p>
        </p:txBody>
      </p:sp>
      <p:sp>
        <p:nvSpPr>
          <p:cNvPr id="7" name="Rectangle 13"/>
          <p:cNvSpPr>
            <a:spLocks noGrp="1" noChangeArrowheads="1"/>
          </p:cNvSpPr>
          <p:nvPr>
            <p:ph type="sldNum" sz="quarter" idx="12"/>
          </p:nvPr>
        </p:nvSpPr>
        <p:spPr>
          <a:ln/>
        </p:spPr>
        <p:txBody>
          <a:bodyPr/>
          <a:lstStyle>
            <a:lvl1pPr>
              <a:defRPr/>
            </a:lvl1pPr>
          </a:lstStyle>
          <a:p>
            <a:pPr>
              <a:defRPr/>
            </a:pPr>
            <a:fld id="{2DC91878-5E9D-4AC0-8B3E-CB68370B283E}" type="slidenum">
              <a:rPr lang="es-ES"/>
              <a:pPr>
                <a:defRPr/>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Rectangle 11"/>
          <p:cNvSpPr>
            <a:spLocks noGrp="1" noChangeArrowheads="1"/>
          </p:cNvSpPr>
          <p:nvPr>
            <p:ph type="dt" sz="half" idx="10"/>
          </p:nvPr>
        </p:nvSpPr>
        <p:spPr>
          <a:ln/>
        </p:spPr>
        <p:txBody>
          <a:bodyPr/>
          <a:lstStyle>
            <a:lvl1pPr>
              <a:defRPr/>
            </a:lvl1pPr>
          </a:lstStyle>
          <a:p>
            <a:pPr>
              <a:defRPr/>
            </a:pPr>
            <a:endParaRPr lang="es-ES"/>
          </a:p>
        </p:txBody>
      </p:sp>
      <p:sp>
        <p:nvSpPr>
          <p:cNvPr id="5" name="Rectangle 12"/>
          <p:cNvSpPr>
            <a:spLocks noGrp="1" noChangeArrowheads="1"/>
          </p:cNvSpPr>
          <p:nvPr>
            <p:ph type="ftr" sz="quarter" idx="11"/>
          </p:nvPr>
        </p:nvSpPr>
        <p:spPr>
          <a:ln/>
        </p:spPr>
        <p:txBody>
          <a:bodyPr/>
          <a:lstStyle>
            <a:lvl1pPr>
              <a:defRPr/>
            </a:lvl1pPr>
          </a:lstStyle>
          <a:p>
            <a:pPr>
              <a:defRPr/>
            </a:pPr>
            <a:endParaRPr lang="es-ES"/>
          </a:p>
        </p:txBody>
      </p:sp>
      <p:sp>
        <p:nvSpPr>
          <p:cNvPr id="6" name="Rectangle 13"/>
          <p:cNvSpPr>
            <a:spLocks noGrp="1" noChangeArrowheads="1"/>
          </p:cNvSpPr>
          <p:nvPr>
            <p:ph type="sldNum" sz="quarter" idx="12"/>
          </p:nvPr>
        </p:nvSpPr>
        <p:spPr>
          <a:ln/>
        </p:spPr>
        <p:txBody>
          <a:bodyPr/>
          <a:lstStyle>
            <a:lvl1pPr>
              <a:defRPr/>
            </a:lvl1pPr>
          </a:lstStyle>
          <a:p>
            <a:pPr>
              <a:defRPr/>
            </a:pPr>
            <a:fld id="{3C81D82A-A371-4B3E-8450-1E58E8A65E70}" type="slidenum">
              <a:rPr lang="es-ES"/>
              <a:pPr>
                <a:defRPr/>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7004050" y="214313"/>
            <a:ext cx="1951038" cy="5918200"/>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1150938" y="214313"/>
            <a:ext cx="5700712" cy="591820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Rectangle 11"/>
          <p:cNvSpPr>
            <a:spLocks noGrp="1" noChangeArrowheads="1"/>
          </p:cNvSpPr>
          <p:nvPr>
            <p:ph type="dt" sz="half" idx="10"/>
          </p:nvPr>
        </p:nvSpPr>
        <p:spPr>
          <a:ln/>
        </p:spPr>
        <p:txBody>
          <a:bodyPr/>
          <a:lstStyle>
            <a:lvl1pPr>
              <a:defRPr/>
            </a:lvl1pPr>
          </a:lstStyle>
          <a:p>
            <a:pPr>
              <a:defRPr/>
            </a:pPr>
            <a:endParaRPr lang="es-ES"/>
          </a:p>
        </p:txBody>
      </p:sp>
      <p:sp>
        <p:nvSpPr>
          <p:cNvPr id="5" name="Rectangle 12"/>
          <p:cNvSpPr>
            <a:spLocks noGrp="1" noChangeArrowheads="1"/>
          </p:cNvSpPr>
          <p:nvPr>
            <p:ph type="ftr" sz="quarter" idx="11"/>
          </p:nvPr>
        </p:nvSpPr>
        <p:spPr>
          <a:ln/>
        </p:spPr>
        <p:txBody>
          <a:bodyPr/>
          <a:lstStyle>
            <a:lvl1pPr>
              <a:defRPr/>
            </a:lvl1pPr>
          </a:lstStyle>
          <a:p>
            <a:pPr>
              <a:defRPr/>
            </a:pPr>
            <a:endParaRPr lang="es-ES"/>
          </a:p>
        </p:txBody>
      </p:sp>
      <p:sp>
        <p:nvSpPr>
          <p:cNvPr id="6" name="Rectangle 13"/>
          <p:cNvSpPr>
            <a:spLocks noGrp="1" noChangeArrowheads="1"/>
          </p:cNvSpPr>
          <p:nvPr>
            <p:ph type="sldNum" sz="quarter" idx="12"/>
          </p:nvPr>
        </p:nvSpPr>
        <p:spPr>
          <a:ln/>
        </p:spPr>
        <p:txBody>
          <a:bodyPr/>
          <a:lstStyle>
            <a:lvl1pPr>
              <a:defRPr/>
            </a:lvl1pPr>
          </a:lstStyle>
          <a:p>
            <a:pPr>
              <a:defRPr/>
            </a:pPr>
            <a:fld id="{0154AFB9-763B-4B51-BD06-0D3F2554935D}" type="slidenum">
              <a:rPr lang="es-ES"/>
              <a:pPr>
                <a:defRPr/>
              </a:pPr>
              <a:t>‹Nº›</a:t>
            </a:fld>
            <a:endParaRPr lang="es-E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1150938" y="214313"/>
            <a:ext cx="7793037" cy="1462087"/>
          </a:xfrm>
        </p:spPr>
        <p:txBody>
          <a:bodyPr/>
          <a:lstStyle/>
          <a:p>
            <a:r>
              <a:rPr lang="es-ES" smtClean="0"/>
              <a:t>Haga clic para modificar el estilo de título del patrón</a:t>
            </a:r>
            <a:endParaRPr lang="es-ES"/>
          </a:p>
        </p:txBody>
      </p:sp>
      <p:sp>
        <p:nvSpPr>
          <p:cNvPr id="3" name="2 Marcador de texto"/>
          <p:cNvSpPr>
            <a:spLocks noGrp="1"/>
          </p:cNvSpPr>
          <p:nvPr>
            <p:ph type="body" sz="half" idx="1"/>
          </p:nvPr>
        </p:nvSpPr>
        <p:spPr>
          <a:xfrm>
            <a:off x="1182688" y="2017713"/>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5145088" y="2017713"/>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Rectangle 11"/>
          <p:cNvSpPr>
            <a:spLocks noGrp="1" noChangeArrowheads="1"/>
          </p:cNvSpPr>
          <p:nvPr>
            <p:ph type="dt" sz="half" idx="10"/>
          </p:nvPr>
        </p:nvSpPr>
        <p:spPr>
          <a:ln/>
        </p:spPr>
        <p:txBody>
          <a:bodyPr/>
          <a:lstStyle>
            <a:lvl1pPr>
              <a:defRPr/>
            </a:lvl1pPr>
          </a:lstStyle>
          <a:p>
            <a:pPr>
              <a:defRPr/>
            </a:pPr>
            <a:endParaRPr lang="es-ES"/>
          </a:p>
        </p:txBody>
      </p:sp>
      <p:sp>
        <p:nvSpPr>
          <p:cNvPr id="6" name="Rectangle 12"/>
          <p:cNvSpPr>
            <a:spLocks noGrp="1" noChangeArrowheads="1"/>
          </p:cNvSpPr>
          <p:nvPr>
            <p:ph type="ftr" sz="quarter" idx="11"/>
          </p:nvPr>
        </p:nvSpPr>
        <p:spPr>
          <a:ln/>
        </p:spPr>
        <p:txBody>
          <a:bodyPr/>
          <a:lstStyle>
            <a:lvl1pPr>
              <a:defRPr/>
            </a:lvl1pPr>
          </a:lstStyle>
          <a:p>
            <a:pPr>
              <a:defRPr/>
            </a:pPr>
            <a:endParaRPr lang="es-ES"/>
          </a:p>
        </p:txBody>
      </p:sp>
      <p:sp>
        <p:nvSpPr>
          <p:cNvPr id="7" name="Rectangle 13"/>
          <p:cNvSpPr>
            <a:spLocks noGrp="1" noChangeArrowheads="1"/>
          </p:cNvSpPr>
          <p:nvPr>
            <p:ph type="sldNum" sz="quarter" idx="12"/>
          </p:nvPr>
        </p:nvSpPr>
        <p:spPr>
          <a:ln/>
        </p:spPr>
        <p:txBody>
          <a:bodyPr/>
          <a:lstStyle>
            <a:lvl1pPr>
              <a:defRPr/>
            </a:lvl1pPr>
          </a:lstStyle>
          <a:p>
            <a:pPr>
              <a:defRPr/>
            </a:pPr>
            <a:fld id="{70C0F224-71B9-4D0C-A1BB-DB8458050B96}" type="slidenum">
              <a:rPr lang="es-ES"/>
              <a:pPr>
                <a:defRPr/>
              </a:pPr>
              <a:t>‹Nº›</a:t>
            </a:fld>
            <a:endParaRPr lang="es-E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ítulo, texto y 2 objetos">
    <p:spTree>
      <p:nvGrpSpPr>
        <p:cNvPr id="1" name=""/>
        <p:cNvGrpSpPr/>
        <p:nvPr/>
      </p:nvGrpSpPr>
      <p:grpSpPr>
        <a:xfrm>
          <a:off x="0" y="0"/>
          <a:ext cx="0" cy="0"/>
          <a:chOff x="0" y="0"/>
          <a:chExt cx="0" cy="0"/>
        </a:xfrm>
      </p:grpSpPr>
      <p:sp>
        <p:nvSpPr>
          <p:cNvPr id="2" name="1 Título"/>
          <p:cNvSpPr>
            <a:spLocks noGrp="1"/>
          </p:cNvSpPr>
          <p:nvPr>
            <p:ph type="title"/>
          </p:nvPr>
        </p:nvSpPr>
        <p:spPr>
          <a:xfrm>
            <a:off x="1150938" y="214313"/>
            <a:ext cx="7793037" cy="1462087"/>
          </a:xfrm>
        </p:spPr>
        <p:txBody>
          <a:bodyPr/>
          <a:lstStyle/>
          <a:p>
            <a:r>
              <a:rPr lang="es-ES" smtClean="0"/>
              <a:t>Haga clic para modificar el estilo de título del patrón</a:t>
            </a:r>
            <a:endParaRPr lang="es-ES"/>
          </a:p>
        </p:txBody>
      </p:sp>
      <p:sp>
        <p:nvSpPr>
          <p:cNvPr id="3" name="2 Marcador de texto"/>
          <p:cNvSpPr>
            <a:spLocks noGrp="1"/>
          </p:cNvSpPr>
          <p:nvPr>
            <p:ph type="body" sz="half" idx="1"/>
          </p:nvPr>
        </p:nvSpPr>
        <p:spPr>
          <a:xfrm>
            <a:off x="1182688" y="2017713"/>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quarter" idx="2"/>
          </p:nvPr>
        </p:nvSpPr>
        <p:spPr>
          <a:xfrm>
            <a:off x="5145088" y="2017713"/>
            <a:ext cx="3810000" cy="19812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contenido"/>
          <p:cNvSpPr>
            <a:spLocks noGrp="1"/>
          </p:cNvSpPr>
          <p:nvPr>
            <p:ph sz="quarter" idx="3"/>
          </p:nvPr>
        </p:nvSpPr>
        <p:spPr>
          <a:xfrm>
            <a:off x="5145088" y="4151313"/>
            <a:ext cx="3810000" cy="19812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Rectangle 11"/>
          <p:cNvSpPr>
            <a:spLocks noGrp="1" noChangeArrowheads="1"/>
          </p:cNvSpPr>
          <p:nvPr>
            <p:ph type="dt" sz="half" idx="10"/>
          </p:nvPr>
        </p:nvSpPr>
        <p:spPr>
          <a:ln/>
        </p:spPr>
        <p:txBody>
          <a:bodyPr/>
          <a:lstStyle>
            <a:lvl1pPr>
              <a:defRPr/>
            </a:lvl1pPr>
          </a:lstStyle>
          <a:p>
            <a:pPr>
              <a:defRPr/>
            </a:pPr>
            <a:endParaRPr lang="es-ES"/>
          </a:p>
        </p:txBody>
      </p:sp>
      <p:sp>
        <p:nvSpPr>
          <p:cNvPr id="7" name="Rectangle 12"/>
          <p:cNvSpPr>
            <a:spLocks noGrp="1" noChangeArrowheads="1"/>
          </p:cNvSpPr>
          <p:nvPr>
            <p:ph type="ftr" sz="quarter" idx="11"/>
          </p:nvPr>
        </p:nvSpPr>
        <p:spPr>
          <a:ln/>
        </p:spPr>
        <p:txBody>
          <a:bodyPr/>
          <a:lstStyle>
            <a:lvl1pPr>
              <a:defRPr/>
            </a:lvl1pPr>
          </a:lstStyle>
          <a:p>
            <a:pPr>
              <a:defRPr/>
            </a:pPr>
            <a:endParaRPr lang="es-ES"/>
          </a:p>
        </p:txBody>
      </p:sp>
      <p:sp>
        <p:nvSpPr>
          <p:cNvPr id="8" name="Rectangle 13"/>
          <p:cNvSpPr>
            <a:spLocks noGrp="1" noChangeArrowheads="1"/>
          </p:cNvSpPr>
          <p:nvPr>
            <p:ph type="sldNum" sz="quarter" idx="12"/>
          </p:nvPr>
        </p:nvSpPr>
        <p:spPr>
          <a:ln/>
        </p:spPr>
        <p:txBody>
          <a:bodyPr/>
          <a:lstStyle>
            <a:lvl1pPr>
              <a:defRPr/>
            </a:lvl1pPr>
          </a:lstStyle>
          <a:p>
            <a:pPr>
              <a:defRPr/>
            </a:pPr>
            <a:fld id="{7A4D372E-89B5-4ECC-B64B-8BEBAC1CAC88}" type="slidenum">
              <a:rPr lang="es-ES"/>
              <a:pPr>
                <a:defRPr/>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w="9525">
            <a:noFill/>
            <a:miter lim="800000"/>
            <a:headEnd/>
            <a:tailEnd/>
          </a:ln>
        </p:spPr>
        <p:txBody>
          <a:bodyPr wrap="none" anchor="ctr"/>
          <a:lstStyle/>
          <a:p>
            <a:pPr algn="ctr"/>
            <a:endParaRPr kumimoji="1" lang="es-ES" sz="240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s-ES" sz="240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w="9525">
            <a:noFill/>
            <a:miter lim="800000"/>
            <a:headEnd/>
            <a:tailEnd/>
          </a:ln>
        </p:spPr>
        <p:txBody>
          <a:bodyPr wrap="none" anchor="ctr"/>
          <a:lstStyle/>
          <a:p>
            <a:pPr algn="ctr"/>
            <a:endParaRPr kumimoji="1" lang="es-ES" sz="240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s-ES" sz="240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s-ES" sz="2400"/>
          </a:p>
        </p:txBody>
      </p:sp>
      <p:sp>
        <p:nvSpPr>
          <p:cNvPr id="1031" name="Rectangle 7"/>
          <p:cNvSpPr>
            <a:spLocks noChangeArrowheads="1"/>
          </p:cNvSpPr>
          <p:nvPr/>
        </p:nvSpPr>
        <p:spPr bwMode="gray">
          <a:xfrm>
            <a:off x="762000" y="990600"/>
            <a:ext cx="31750" cy="1052513"/>
          </a:xfrm>
          <a:prstGeom prst="rect">
            <a:avLst/>
          </a:prstGeom>
          <a:solidFill>
            <a:schemeClr val="bg2"/>
          </a:solidFill>
          <a:ln w="9525">
            <a:noFill/>
            <a:miter lim="800000"/>
            <a:headEnd/>
            <a:tailEnd/>
          </a:ln>
        </p:spPr>
        <p:txBody>
          <a:bodyPr wrap="none" anchor="ctr"/>
          <a:lstStyle/>
          <a:p>
            <a:pPr algn="ctr"/>
            <a:endParaRPr kumimoji="1" lang="es-ES" sz="240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s-ES" sz="2400"/>
          </a:p>
        </p:txBody>
      </p:sp>
      <p:sp>
        <p:nvSpPr>
          <p:cNvPr id="1033" name="Rectangle 9"/>
          <p:cNvSpPr>
            <a:spLocks noGrp="1" noChangeArrowheads="1"/>
          </p:cNvSpPr>
          <p:nvPr>
            <p:ph type="title"/>
          </p:nvPr>
        </p:nvSpPr>
        <p:spPr bwMode="auto">
          <a:xfrm>
            <a:off x="1150938" y="214313"/>
            <a:ext cx="7793037" cy="146208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s-ES" smtClean="0"/>
              <a:t>Haga clic para cambiar el estilo de título	</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22539" name="Rectangle 11"/>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atin typeface="Tahoma" charset="0"/>
                <a:cs typeface="+mn-cs"/>
              </a:defRPr>
            </a:lvl1pPr>
          </a:lstStyle>
          <a:p>
            <a:pPr>
              <a:defRPr/>
            </a:pPr>
            <a:endParaRPr lang="es-ES"/>
          </a:p>
        </p:txBody>
      </p:sp>
      <p:sp>
        <p:nvSpPr>
          <p:cNvPr id="22540" name="Rectangle 12"/>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atin typeface="Tahoma" charset="0"/>
                <a:cs typeface="+mn-cs"/>
              </a:defRPr>
            </a:lvl1pPr>
          </a:lstStyle>
          <a:p>
            <a:pPr>
              <a:defRPr/>
            </a:pPr>
            <a:endParaRPr lang="es-ES"/>
          </a:p>
        </p:txBody>
      </p:sp>
      <p:sp>
        <p:nvSpPr>
          <p:cNvPr id="22541" name="Rectangle 13"/>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atin typeface="Tahoma" charset="0"/>
                <a:cs typeface="+mn-cs"/>
              </a:defRPr>
            </a:lvl1pPr>
          </a:lstStyle>
          <a:p>
            <a:pPr>
              <a:defRPr/>
            </a:pPr>
            <a:fld id="{7AFE500D-C5E6-43C5-877F-799DC8F05648}" type="slidenum">
              <a:rPr lang="es-ES"/>
              <a:pPr>
                <a:defRPr/>
              </a:pPr>
              <a:t>‹Nº›</a:t>
            </a:fld>
            <a:endParaRPr lang="es-ES"/>
          </a:p>
        </p:txBody>
      </p:sp>
    </p:spTree>
  </p:cSld>
  <p:clrMap bg1="lt1" tx1="dk1" bg2="lt2" tx2="dk2" accent1="accent1" accent2="accent2" accent3="accent3" accent4="accent4" accent5="accent5" accent6="accent6" hlink="hlink" folHlink="folHlink"/>
  <p:sldLayoutIdLst>
    <p:sldLayoutId id="2147483836"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charset="0"/>
        </a:defRPr>
      </a:lvl2pPr>
      <a:lvl3pPr algn="l" rtl="0" eaLnBrk="0" fontAlgn="base" hangingPunct="0">
        <a:spcBef>
          <a:spcPct val="0"/>
        </a:spcBef>
        <a:spcAft>
          <a:spcPct val="0"/>
        </a:spcAft>
        <a:defRPr sz="4400">
          <a:solidFill>
            <a:schemeClr val="tx2"/>
          </a:solidFill>
          <a:latin typeface="Tahoma" charset="0"/>
        </a:defRPr>
      </a:lvl3pPr>
      <a:lvl4pPr algn="l" rtl="0" eaLnBrk="0" fontAlgn="base" hangingPunct="0">
        <a:spcBef>
          <a:spcPct val="0"/>
        </a:spcBef>
        <a:spcAft>
          <a:spcPct val="0"/>
        </a:spcAft>
        <a:defRPr sz="4400">
          <a:solidFill>
            <a:schemeClr val="tx2"/>
          </a:solidFill>
          <a:latin typeface="Tahoma" charset="0"/>
        </a:defRPr>
      </a:lvl4pPr>
      <a:lvl5pPr algn="l" rtl="0" eaLnBrk="0" fontAlgn="base" hangingPunct="0">
        <a:spcBef>
          <a:spcPct val="0"/>
        </a:spcBef>
        <a:spcAft>
          <a:spcPct val="0"/>
        </a:spcAft>
        <a:defRPr sz="4400">
          <a:solidFill>
            <a:schemeClr val="tx2"/>
          </a:solidFill>
          <a:latin typeface="Tahoma" charset="0"/>
        </a:defRPr>
      </a:lvl5pPr>
      <a:lvl6pPr marL="457200" algn="l" rtl="0" fontAlgn="base">
        <a:spcBef>
          <a:spcPct val="0"/>
        </a:spcBef>
        <a:spcAft>
          <a:spcPct val="0"/>
        </a:spcAft>
        <a:defRPr sz="4400">
          <a:solidFill>
            <a:schemeClr val="tx2"/>
          </a:solidFill>
          <a:latin typeface="Tahoma" charset="0"/>
        </a:defRPr>
      </a:lvl6pPr>
      <a:lvl7pPr marL="914400" algn="l" rtl="0" fontAlgn="base">
        <a:spcBef>
          <a:spcPct val="0"/>
        </a:spcBef>
        <a:spcAft>
          <a:spcPct val="0"/>
        </a:spcAft>
        <a:defRPr sz="4400">
          <a:solidFill>
            <a:schemeClr val="tx2"/>
          </a:solidFill>
          <a:latin typeface="Tahoma" charset="0"/>
        </a:defRPr>
      </a:lvl7pPr>
      <a:lvl8pPr marL="1371600" algn="l" rtl="0" fontAlgn="base">
        <a:spcBef>
          <a:spcPct val="0"/>
        </a:spcBef>
        <a:spcAft>
          <a:spcPct val="0"/>
        </a:spcAft>
        <a:defRPr sz="4400">
          <a:solidFill>
            <a:schemeClr val="tx2"/>
          </a:solidFill>
          <a:latin typeface="Tahoma" charset="0"/>
        </a:defRPr>
      </a:lvl8pPr>
      <a:lvl9pPr marL="1828800" algn="l" rtl="0" fontAlgn="base">
        <a:spcBef>
          <a:spcPct val="0"/>
        </a:spcBef>
        <a:spcAft>
          <a:spcPct val="0"/>
        </a:spcAft>
        <a:defRPr sz="4400">
          <a:solidFill>
            <a:schemeClr val="tx2"/>
          </a:solidFill>
          <a:latin typeface="Tahoma"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s-ES_tradnl" smtClean="0"/>
              <a:t>TEMA 4:</a:t>
            </a:r>
            <a:endParaRPr lang="es-ES" smtClean="0"/>
          </a:p>
        </p:txBody>
      </p:sp>
      <p:sp>
        <p:nvSpPr>
          <p:cNvPr id="3075" name="Rectangle 3"/>
          <p:cNvSpPr>
            <a:spLocks noGrp="1" noChangeArrowheads="1"/>
          </p:cNvSpPr>
          <p:nvPr>
            <p:ph type="subTitle" idx="1"/>
          </p:nvPr>
        </p:nvSpPr>
        <p:spPr>
          <a:xfrm>
            <a:off x="827088" y="3886200"/>
            <a:ext cx="7129462" cy="1752600"/>
          </a:xfrm>
        </p:spPr>
        <p:txBody>
          <a:bodyPr/>
          <a:lstStyle/>
          <a:p>
            <a:pPr eaLnBrk="1" hangingPunct="1"/>
            <a:r>
              <a:rPr lang="es-ES_tradnl" smtClean="0"/>
              <a:t>ADMINISTRACIÓN DE REDES WINDOWS CON ACTIVE DIRECTORY</a:t>
            </a:r>
            <a:endParaRPr lang="es-ES" smtClean="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755650" y="214313"/>
            <a:ext cx="8388350" cy="1462087"/>
          </a:xfrm>
        </p:spPr>
        <p:txBody>
          <a:bodyPr/>
          <a:lstStyle/>
          <a:p>
            <a:pPr eaLnBrk="1" hangingPunct="1"/>
            <a:r>
              <a:rPr lang="es-ES_tradnl" smtClean="0"/>
              <a:t>1.INTEGRACIÓN DE CLIENTES WINDOWS EN UN DOMINIO</a:t>
            </a:r>
            <a:endParaRPr lang="es-ES" smtClean="0"/>
          </a:p>
        </p:txBody>
      </p:sp>
      <p:sp>
        <p:nvSpPr>
          <p:cNvPr id="4099" name="Rectangle 3"/>
          <p:cNvSpPr>
            <a:spLocks noGrp="1" noChangeArrowheads="1"/>
          </p:cNvSpPr>
          <p:nvPr>
            <p:ph type="body" sz="half" idx="1"/>
          </p:nvPr>
        </p:nvSpPr>
        <p:spPr>
          <a:xfrm>
            <a:off x="539750" y="1844675"/>
            <a:ext cx="4762500" cy="4752975"/>
          </a:xfrm>
        </p:spPr>
        <p:txBody>
          <a:bodyPr/>
          <a:lstStyle/>
          <a:p>
            <a:pPr eaLnBrk="1" hangingPunct="1">
              <a:lnSpc>
                <a:spcPct val="90000"/>
              </a:lnSpc>
              <a:buFont typeface="Wingdings" pitchFamily="2" charset="2"/>
              <a:buNone/>
            </a:pPr>
            <a:endParaRPr lang="es-ES_tradnl" sz="2800" smtClean="0"/>
          </a:p>
          <a:p>
            <a:pPr lvl="1" eaLnBrk="1" hangingPunct="1">
              <a:lnSpc>
                <a:spcPct val="90000"/>
              </a:lnSpc>
            </a:pPr>
            <a:r>
              <a:rPr lang="es-ES_tradnl" sz="2400" smtClean="0"/>
              <a:t>Para integrar un equipo en una red:</a:t>
            </a:r>
          </a:p>
          <a:p>
            <a:pPr lvl="2" eaLnBrk="1" hangingPunct="1">
              <a:lnSpc>
                <a:spcPct val="90000"/>
              </a:lnSpc>
            </a:pPr>
            <a:r>
              <a:rPr lang="es-ES_tradnl" sz="2000" smtClean="0"/>
              <a:t>Cada nombre de equipo y cada dirección IP de la misma red física debe ser distinto</a:t>
            </a:r>
          </a:p>
          <a:p>
            <a:pPr lvl="2" eaLnBrk="1" hangingPunct="1">
              <a:lnSpc>
                <a:spcPct val="90000"/>
              </a:lnSpc>
            </a:pPr>
            <a:r>
              <a:rPr lang="es-ES_tradnl" sz="2000" smtClean="0"/>
              <a:t>La máscara de subred debe ser la misma</a:t>
            </a:r>
          </a:p>
          <a:p>
            <a:pPr lvl="2" eaLnBrk="1" hangingPunct="1">
              <a:lnSpc>
                <a:spcPct val="90000"/>
              </a:lnSpc>
            </a:pPr>
            <a:r>
              <a:rPr lang="es-ES_tradnl" sz="2000" smtClean="0"/>
              <a:t>El servidor DNS será la Ip del servidor Windows Server que es el controlador de dominio.</a:t>
            </a:r>
          </a:p>
          <a:p>
            <a:pPr lvl="1" eaLnBrk="1" hangingPunct="1">
              <a:lnSpc>
                <a:spcPct val="90000"/>
              </a:lnSpc>
            </a:pPr>
            <a:r>
              <a:rPr lang="es-ES_tradnl" sz="2400" smtClean="0"/>
              <a:t>Al instalar Windows dejaremos el equipo en el grupo de trabajo</a:t>
            </a:r>
          </a:p>
        </p:txBody>
      </p:sp>
      <p:pic>
        <p:nvPicPr>
          <p:cNvPr id="4100" name="Picture 5"/>
          <p:cNvPicPr>
            <a:picLocks noGrp="1" noChangeAspect="1" noChangeArrowheads="1"/>
          </p:cNvPicPr>
          <p:nvPr>
            <p:ph sz="half" idx="2"/>
          </p:nvPr>
        </p:nvPicPr>
        <p:blipFill>
          <a:blip r:embed="rId3"/>
          <a:srcRect/>
          <a:stretch>
            <a:fillRect/>
          </a:stretch>
        </p:blipFill>
        <p:spPr>
          <a:xfrm>
            <a:off x="5435600" y="2420938"/>
            <a:ext cx="3538538" cy="4105275"/>
          </a:xfrm>
        </p:spPr>
      </p:pic>
      <p:sp>
        <p:nvSpPr>
          <p:cNvPr id="4101" name="Text Box 7"/>
          <p:cNvSpPr txBox="1">
            <a:spLocks noChangeArrowheads="1"/>
          </p:cNvSpPr>
          <p:nvPr/>
        </p:nvSpPr>
        <p:spPr bwMode="auto">
          <a:xfrm>
            <a:off x="684213" y="1844675"/>
            <a:ext cx="7921625" cy="519113"/>
          </a:xfrm>
          <a:prstGeom prst="rect">
            <a:avLst/>
          </a:prstGeom>
          <a:noFill/>
          <a:ln w="9525">
            <a:noFill/>
            <a:miter lim="800000"/>
            <a:headEnd/>
            <a:tailEnd/>
          </a:ln>
        </p:spPr>
        <p:txBody>
          <a:bodyPr>
            <a:spAutoFit/>
          </a:bodyPr>
          <a:lstStyle/>
          <a:p>
            <a:pPr>
              <a:spcBef>
                <a:spcPct val="50000"/>
              </a:spcBef>
              <a:buFontTx/>
              <a:buChar char="•"/>
            </a:pPr>
            <a:r>
              <a:rPr lang="es-ES_tradnl" sz="2800">
                <a:latin typeface="Arial" charset="0"/>
              </a:rPr>
              <a:t> Configuración previa de los clientes Windows.</a:t>
            </a:r>
            <a:endParaRPr lang="es-ES" sz="2800">
              <a:latin typeface="Arial" charset="0"/>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s-ES_tradnl" smtClean="0"/>
              <a:t>1.INTEGRACIÓN DE CLIENTES WINDOWS EN UN DOMINIO</a:t>
            </a:r>
            <a:endParaRPr lang="es-ES" smtClean="0"/>
          </a:p>
        </p:txBody>
      </p:sp>
      <p:sp>
        <p:nvSpPr>
          <p:cNvPr id="5123" name="Rectangle 3"/>
          <p:cNvSpPr>
            <a:spLocks noGrp="1" noChangeArrowheads="1"/>
          </p:cNvSpPr>
          <p:nvPr>
            <p:ph type="body" sz="half" idx="1"/>
          </p:nvPr>
        </p:nvSpPr>
        <p:spPr>
          <a:xfrm>
            <a:off x="179388" y="2060575"/>
            <a:ext cx="4895850" cy="4114800"/>
          </a:xfrm>
        </p:spPr>
        <p:txBody>
          <a:bodyPr/>
          <a:lstStyle/>
          <a:p>
            <a:pPr eaLnBrk="1" hangingPunct="1"/>
            <a:r>
              <a:rPr lang="es-ES_tradnl" sz="2800" smtClean="0"/>
              <a:t>Unir un cliente Windows a un dominio</a:t>
            </a:r>
          </a:p>
          <a:p>
            <a:pPr lvl="1" eaLnBrk="1" hangingPunct="1"/>
            <a:r>
              <a:rPr lang="es-ES_tradnl" sz="2400" smtClean="0"/>
              <a:t>Desde el cliente, accedemos a Propiedades del equipo, Cambiar la configuración y seleccionar Nombre de equipo y Cambiar.</a:t>
            </a:r>
            <a:endParaRPr lang="es-ES" sz="2400" smtClean="0"/>
          </a:p>
        </p:txBody>
      </p:sp>
      <p:pic>
        <p:nvPicPr>
          <p:cNvPr id="5125" name="Picture 5"/>
          <p:cNvPicPr>
            <a:picLocks noGrp="1" noChangeAspect="1" noChangeArrowheads="1"/>
          </p:cNvPicPr>
          <p:nvPr>
            <p:ph sz="half" idx="2"/>
          </p:nvPr>
        </p:nvPicPr>
        <p:blipFill>
          <a:blip r:embed="rId3"/>
          <a:srcRect/>
          <a:stretch>
            <a:fillRect/>
          </a:stretch>
        </p:blipFill>
        <p:spPr bwMode="auto">
          <a:xfrm>
            <a:off x="5079177" y="2060575"/>
            <a:ext cx="3813234" cy="446405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23850" y="0"/>
            <a:ext cx="9144000" cy="1462088"/>
          </a:xfrm>
        </p:spPr>
        <p:txBody>
          <a:bodyPr/>
          <a:lstStyle/>
          <a:p>
            <a:pPr eaLnBrk="1" hangingPunct="1"/>
            <a:r>
              <a:rPr lang="es-ES_tradnl" sz="4000" smtClean="0"/>
              <a:t>2. INICIAR SESIÓN CON UN CLIENTE WINDOWS EN EL DOMINIO O LOCAL</a:t>
            </a:r>
            <a:endParaRPr lang="es-ES" sz="4000" smtClean="0"/>
          </a:p>
        </p:txBody>
      </p:sp>
      <p:sp>
        <p:nvSpPr>
          <p:cNvPr id="6147" name="Rectangle 3"/>
          <p:cNvSpPr>
            <a:spLocks noGrp="1" noChangeArrowheads="1"/>
          </p:cNvSpPr>
          <p:nvPr>
            <p:ph type="body" sz="half" idx="1"/>
          </p:nvPr>
        </p:nvSpPr>
        <p:spPr>
          <a:xfrm>
            <a:off x="285721" y="1989138"/>
            <a:ext cx="4572031" cy="4114800"/>
          </a:xfrm>
        </p:spPr>
        <p:txBody>
          <a:bodyPr/>
          <a:lstStyle/>
          <a:p>
            <a:pPr eaLnBrk="1" hangingPunct="1"/>
            <a:r>
              <a:rPr lang="es-ES_tradnl" sz="2800" dirty="0" smtClean="0"/>
              <a:t>Una vez agregado el equipo al dominio se puede iniciar sesión:</a:t>
            </a:r>
          </a:p>
          <a:p>
            <a:pPr lvl="1" eaLnBrk="1" hangingPunct="1"/>
            <a:r>
              <a:rPr lang="es-ES_tradnl" sz="2400" dirty="0" smtClean="0"/>
              <a:t>En el dominio: Validándonos como uno de los usuarios dados de alta en el dominio.</a:t>
            </a:r>
          </a:p>
          <a:p>
            <a:pPr lvl="1" eaLnBrk="1" hangingPunct="1"/>
            <a:r>
              <a:rPr lang="es-ES_tradnl" sz="2400" dirty="0" smtClean="0"/>
              <a:t>O local: como un usuario dado de alta localmente en el sistema</a:t>
            </a:r>
            <a:endParaRPr lang="es-ES" sz="2400" dirty="0" smtClean="0"/>
          </a:p>
        </p:txBody>
      </p:sp>
      <p:pic>
        <p:nvPicPr>
          <p:cNvPr id="6150" name="Picture 6"/>
          <p:cNvPicPr>
            <a:picLocks noChangeAspect="1" noChangeArrowheads="1"/>
          </p:cNvPicPr>
          <p:nvPr/>
        </p:nvPicPr>
        <p:blipFill>
          <a:blip r:embed="rId3"/>
          <a:srcRect/>
          <a:stretch>
            <a:fillRect/>
          </a:stretch>
        </p:blipFill>
        <p:spPr bwMode="auto">
          <a:xfrm>
            <a:off x="5357818" y="4607030"/>
            <a:ext cx="3429024" cy="2250970"/>
          </a:xfrm>
          <a:prstGeom prst="rect">
            <a:avLst/>
          </a:prstGeom>
          <a:noFill/>
          <a:ln w="9525">
            <a:noFill/>
            <a:miter lim="800000"/>
            <a:headEnd/>
            <a:tailEnd/>
          </a:ln>
          <a:effectLst/>
        </p:spPr>
      </p:pic>
      <p:pic>
        <p:nvPicPr>
          <p:cNvPr id="6151" name="Picture 7"/>
          <p:cNvPicPr>
            <a:picLocks noChangeAspect="1" noChangeArrowheads="1"/>
          </p:cNvPicPr>
          <p:nvPr/>
        </p:nvPicPr>
        <p:blipFill>
          <a:blip r:embed="rId4"/>
          <a:srcRect/>
          <a:stretch>
            <a:fillRect/>
          </a:stretch>
        </p:blipFill>
        <p:spPr bwMode="auto">
          <a:xfrm>
            <a:off x="5357818" y="1857364"/>
            <a:ext cx="3438535" cy="264320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1 Título"/>
          <p:cNvSpPr>
            <a:spLocks noGrp="1"/>
          </p:cNvSpPr>
          <p:nvPr>
            <p:ph type="title"/>
          </p:nvPr>
        </p:nvSpPr>
        <p:spPr>
          <a:xfrm>
            <a:off x="971550" y="404813"/>
            <a:ext cx="7793038" cy="1123950"/>
          </a:xfrm>
        </p:spPr>
        <p:txBody>
          <a:bodyPr/>
          <a:lstStyle/>
          <a:p>
            <a:pPr eaLnBrk="1" hangingPunct="1"/>
            <a:r>
              <a:rPr lang="es-ES_tradnl" smtClean="0"/>
              <a:t>2.1 PERFILES DE USUARIO</a:t>
            </a:r>
            <a:endParaRPr lang="es-ES" smtClean="0"/>
          </a:p>
        </p:txBody>
      </p:sp>
      <p:sp>
        <p:nvSpPr>
          <p:cNvPr id="7171" name="3 Marcador de texto"/>
          <p:cNvSpPr>
            <a:spLocks noGrp="1"/>
          </p:cNvSpPr>
          <p:nvPr>
            <p:ph type="body" sz="half" idx="1"/>
          </p:nvPr>
        </p:nvSpPr>
        <p:spPr>
          <a:xfrm>
            <a:off x="395288" y="1773238"/>
            <a:ext cx="4824412" cy="3600450"/>
          </a:xfrm>
        </p:spPr>
        <p:txBody>
          <a:bodyPr/>
          <a:lstStyle/>
          <a:p>
            <a:pPr eaLnBrk="1" hangingPunct="1"/>
            <a:r>
              <a:rPr lang="es-ES" sz="2800" smtClean="0"/>
              <a:t>Cada vez que se da de alta un usuario local en un ordenador cliente, y éste inicia sesión al menos una vez, el sistema genera una configuración personal para ese usuario que es su Perfil de usuario.</a:t>
            </a:r>
          </a:p>
          <a:p>
            <a:endParaRPr lang="es-ES" sz="2800" smtClean="0"/>
          </a:p>
        </p:txBody>
      </p:sp>
      <p:sp>
        <p:nvSpPr>
          <p:cNvPr id="8" name="3 Marcador de texto"/>
          <p:cNvSpPr txBox="1">
            <a:spLocks/>
          </p:cNvSpPr>
          <p:nvPr/>
        </p:nvSpPr>
        <p:spPr bwMode="auto">
          <a:xfrm>
            <a:off x="468313" y="5229225"/>
            <a:ext cx="8280400" cy="1439863"/>
          </a:xfrm>
          <a:prstGeom prst="rect">
            <a:avLst/>
          </a:prstGeom>
          <a:noFill/>
          <a:ln w="9525">
            <a:noFill/>
            <a:miter lim="800000"/>
            <a:headEnd/>
            <a:tailEnd/>
          </a:ln>
        </p:spPr>
        <p:txBody>
          <a:bodyPr/>
          <a:lstStyle/>
          <a:p>
            <a:pPr marL="342900" indent="-342900">
              <a:spcBef>
                <a:spcPct val="20000"/>
              </a:spcBef>
              <a:buClr>
                <a:schemeClr val="folHlink"/>
              </a:buClr>
              <a:buSzPct val="60000"/>
              <a:buFont typeface="Wingdings" pitchFamily="2" charset="2"/>
              <a:buChar char="n"/>
              <a:defRPr/>
            </a:pPr>
            <a:r>
              <a:rPr lang="es-ES" sz="2800" dirty="0">
                <a:latin typeface="+mn-lt"/>
                <a:cs typeface="+mn-cs"/>
              </a:rPr>
              <a:t>En </a:t>
            </a:r>
            <a:r>
              <a:rPr lang="es-ES" sz="2800" dirty="0" smtClean="0">
                <a:latin typeface="+mn-lt"/>
                <a:cs typeface="+mn-cs"/>
              </a:rPr>
              <a:t>C:\</a:t>
            </a:r>
            <a:r>
              <a:rPr lang="es-ES" sz="2800" dirty="0">
                <a:latin typeface="+mn-lt"/>
                <a:cs typeface="+mn-cs"/>
              </a:rPr>
              <a:t>usuarios se crea una carpeta para cada usuario que ha entrado al sistema. </a:t>
            </a:r>
          </a:p>
          <a:p>
            <a:pPr marL="342900" indent="-342900" eaLnBrk="0" hangingPunct="0">
              <a:spcBef>
                <a:spcPct val="20000"/>
              </a:spcBef>
              <a:buClr>
                <a:schemeClr val="hlink"/>
              </a:buClr>
              <a:buSzPct val="80000"/>
              <a:buFont typeface="Wingdings" pitchFamily="2" charset="2"/>
              <a:buChar char="l"/>
              <a:defRPr/>
            </a:pPr>
            <a:endParaRPr lang="es-ES" sz="2800" kern="0" dirty="0">
              <a:latin typeface="+mn-lt"/>
              <a:cs typeface="+mn-cs"/>
            </a:endParaRPr>
          </a:p>
        </p:txBody>
      </p:sp>
      <p:pic>
        <p:nvPicPr>
          <p:cNvPr id="7174" name="Picture 6"/>
          <p:cNvPicPr>
            <a:picLocks noGrp="1" noChangeAspect="1" noChangeArrowheads="1"/>
          </p:cNvPicPr>
          <p:nvPr>
            <p:ph sz="half" idx="2"/>
          </p:nvPr>
        </p:nvPicPr>
        <p:blipFill>
          <a:blip r:embed="rId2"/>
          <a:srcRect/>
          <a:stretch>
            <a:fillRect/>
          </a:stretch>
        </p:blipFill>
        <p:spPr bwMode="auto">
          <a:xfrm>
            <a:off x="5219700" y="1928802"/>
            <a:ext cx="3525838" cy="307183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Título"/>
          <p:cNvSpPr>
            <a:spLocks noGrp="1"/>
          </p:cNvSpPr>
          <p:nvPr>
            <p:ph type="title" idx="4294967295"/>
          </p:nvPr>
        </p:nvSpPr>
        <p:spPr>
          <a:xfrm>
            <a:off x="914400" y="476250"/>
            <a:ext cx="8229600" cy="1143000"/>
          </a:xfrm>
        </p:spPr>
        <p:txBody>
          <a:bodyPr/>
          <a:lstStyle/>
          <a:p>
            <a:pPr eaLnBrk="1" hangingPunct="1"/>
            <a:r>
              <a:rPr lang="es-ES_tradnl" smtClean="0"/>
              <a:t>2.1. PERFILES DE USUARIO</a:t>
            </a:r>
            <a:endParaRPr lang="es-ES" smtClean="0"/>
          </a:p>
        </p:txBody>
      </p:sp>
      <p:sp>
        <p:nvSpPr>
          <p:cNvPr id="8195" name="2 Marcador de contenido"/>
          <p:cNvSpPr>
            <a:spLocks noGrp="1"/>
          </p:cNvSpPr>
          <p:nvPr>
            <p:ph idx="4294967295"/>
          </p:nvPr>
        </p:nvSpPr>
        <p:spPr>
          <a:xfrm>
            <a:off x="468313" y="1916113"/>
            <a:ext cx="8229600" cy="4230687"/>
          </a:xfrm>
        </p:spPr>
        <p:txBody>
          <a:bodyPr/>
          <a:lstStyle/>
          <a:p>
            <a:pPr eaLnBrk="1" hangingPunct="1"/>
            <a:r>
              <a:rPr lang="es-ES" smtClean="0"/>
              <a:t>Cada una de estas carpetas contiene todas las opciones de inicio de sesión personalizado para cada usuario: </a:t>
            </a:r>
          </a:p>
          <a:p>
            <a:pPr lvl="1" eaLnBrk="1" hangingPunct="1"/>
            <a:r>
              <a:rPr lang="es-ES" smtClean="0"/>
              <a:t>Escritorio</a:t>
            </a:r>
          </a:p>
          <a:p>
            <a:pPr lvl="1" eaLnBrk="1" hangingPunct="1"/>
            <a:r>
              <a:rPr lang="es-ES" smtClean="0"/>
              <a:t>Fondo</a:t>
            </a:r>
          </a:p>
          <a:p>
            <a:pPr lvl="1" eaLnBrk="1" hangingPunct="1"/>
            <a:r>
              <a:rPr lang="es-ES" smtClean="0"/>
              <a:t>Protector de pantalla</a:t>
            </a:r>
          </a:p>
          <a:p>
            <a:pPr lvl="1" eaLnBrk="1" hangingPunct="1"/>
            <a:r>
              <a:rPr lang="es-ES" smtClean="0"/>
              <a:t>Programas instalados</a:t>
            </a:r>
          </a:p>
          <a:p>
            <a:pPr eaLnBrk="1" hangingPunct="1"/>
            <a:r>
              <a:rPr lang="es-ES" smtClean="0"/>
              <a:t>Todo lo que el usuario modifique no le afectará a otro usuario que inicie sesión.</a:t>
            </a:r>
          </a:p>
        </p:txBody>
      </p:sp>
      <p:pic>
        <p:nvPicPr>
          <p:cNvPr id="8197" name="Picture 5"/>
          <p:cNvPicPr>
            <a:picLocks noChangeAspect="1" noChangeArrowheads="1"/>
          </p:cNvPicPr>
          <p:nvPr/>
        </p:nvPicPr>
        <p:blipFill>
          <a:blip r:embed="rId3"/>
          <a:srcRect/>
          <a:stretch>
            <a:fillRect/>
          </a:stretch>
        </p:blipFill>
        <p:spPr bwMode="auto">
          <a:xfrm>
            <a:off x="5214942" y="3357562"/>
            <a:ext cx="3652435" cy="221457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1 Título"/>
          <p:cNvSpPr>
            <a:spLocks noGrp="1"/>
          </p:cNvSpPr>
          <p:nvPr>
            <p:ph type="title"/>
          </p:nvPr>
        </p:nvSpPr>
        <p:spPr>
          <a:xfrm>
            <a:off x="971550" y="404813"/>
            <a:ext cx="7793038" cy="1123950"/>
          </a:xfrm>
        </p:spPr>
        <p:txBody>
          <a:bodyPr/>
          <a:lstStyle/>
          <a:p>
            <a:pPr eaLnBrk="1" hangingPunct="1"/>
            <a:r>
              <a:rPr lang="es-ES_tradnl" smtClean="0"/>
              <a:t>2.1 PERFILES DE USUARIO</a:t>
            </a:r>
            <a:endParaRPr lang="es-ES" smtClean="0"/>
          </a:p>
        </p:txBody>
      </p:sp>
      <p:sp>
        <p:nvSpPr>
          <p:cNvPr id="7171" name="3 Marcador de texto"/>
          <p:cNvSpPr>
            <a:spLocks noGrp="1"/>
          </p:cNvSpPr>
          <p:nvPr>
            <p:ph type="body" sz="half" idx="1"/>
          </p:nvPr>
        </p:nvSpPr>
        <p:spPr>
          <a:xfrm>
            <a:off x="395288" y="1773238"/>
            <a:ext cx="8137525" cy="2735262"/>
          </a:xfrm>
        </p:spPr>
        <p:txBody>
          <a:bodyPr/>
          <a:lstStyle/>
          <a:p>
            <a:pPr eaLnBrk="1" hangingPunct="1">
              <a:defRPr/>
            </a:pPr>
            <a:r>
              <a:rPr lang="es-ES" sz="2800" dirty="0" smtClean="0"/>
              <a:t>Al iniciar sesión en el equipo con un usuario global del dominio, también se creará un perfil de usuario en el equipo local.</a:t>
            </a:r>
          </a:p>
          <a:p>
            <a:pPr eaLnBrk="1" hangingPunct="1">
              <a:defRPr/>
            </a:pPr>
            <a:r>
              <a:rPr lang="es-ES_tradnl" sz="2800" dirty="0" smtClean="0"/>
              <a:t>Este perfil será.</a:t>
            </a:r>
          </a:p>
          <a:p>
            <a:pPr lvl="1" eaLnBrk="1" hangingPunct="1">
              <a:buFont typeface="Wingdings" pitchFamily="2" charset="2"/>
              <a:buNone/>
              <a:defRPr/>
            </a:pPr>
            <a:r>
              <a:rPr lang="es-ES_tradnl" sz="2400" dirty="0" err="1" smtClean="0"/>
              <a:t>Nombre_Netbios_dominio</a:t>
            </a:r>
            <a:r>
              <a:rPr lang="es-ES_tradnl" sz="2400" dirty="0" smtClean="0"/>
              <a:t>/</a:t>
            </a:r>
            <a:r>
              <a:rPr lang="es-ES_tradnl" sz="2400" dirty="0" err="1" smtClean="0"/>
              <a:t>nombre_usuario_dominio</a:t>
            </a:r>
            <a:endParaRPr lang="es-ES_tradnl" sz="2400" dirty="0" smtClean="0"/>
          </a:p>
          <a:p>
            <a:pPr marL="342900" lvl="1" indent="-342900" eaLnBrk="1" hangingPunct="1">
              <a:buClr>
                <a:schemeClr val="folHlink"/>
              </a:buClr>
              <a:buSzPct val="60000"/>
              <a:defRPr/>
            </a:pPr>
            <a:r>
              <a:rPr lang="es-ES_tradnl" dirty="0" smtClean="0">
                <a:ea typeface="+mn-ea"/>
                <a:cs typeface="+mn-cs"/>
              </a:rPr>
              <a:t>Se creará una carpeta personal de trabajo que tendrá un nombre similar a este:</a:t>
            </a:r>
          </a:p>
          <a:p>
            <a:pPr marL="342900" lvl="1" indent="-342900" eaLnBrk="1" hangingPunct="1">
              <a:buClr>
                <a:schemeClr val="folHlink"/>
              </a:buClr>
              <a:buSzPct val="60000"/>
              <a:buFont typeface="Wingdings" pitchFamily="2" charset="2"/>
              <a:buNone/>
              <a:defRPr/>
            </a:pPr>
            <a:r>
              <a:rPr lang="es-ES_tradnl" dirty="0" smtClean="0">
                <a:ea typeface="+mn-ea"/>
                <a:cs typeface="+mn-cs"/>
              </a:rPr>
              <a:t>	</a:t>
            </a:r>
            <a:r>
              <a:rPr lang="es-ES_tradnl" sz="2400" dirty="0" err="1" smtClean="0"/>
              <a:t>nombre_usuario_dominio</a:t>
            </a:r>
            <a:r>
              <a:rPr lang="es-ES_tradnl" sz="2400" dirty="0" smtClean="0"/>
              <a:t>. </a:t>
            </a:r>
            <a:r>
              <a:rPr lang="es-ES_tradnl" sz="2400" dirty="0" err="1" smtClean="0"/>
              <a:t>Nombre_Netbios_dominio</a:t>
            </a:r>
            <a:endParaRPr lang="es-ES_tradnl" sz="2400" dirty="0" smtClean="0"/>
          </a:p>
          <a:p>
            <a:pPr marL="342900" lvl="1" indent="-342900" eaLnBrk="1" hangingPunct="1">
              <a:buClr>
                <a:schemeClr val="folHlink"/>
              </a:buClr>
              <a:buSzPct val="60000"/>
              <a:buFont typeface="Wingdings" pitchFamily="2" charset="2"/>
              <a:buNone/>
              <a:defRPr/>
            </a:pPr>
            <a:endParaRPr lang="es-ES" dirty="0" smtClean="0">
              <a:ea typeface="+mn-ea"/>
              <a:cs typeface="+mn-cs"/>
            </a:endParaRPr>
          </a:p>
          <a:p>
            <a:pPr>
              <a:defRPr/>
            </a:pPr>
            <a:endParaRPr lang="es-ES" sz="2800" dirty="0" smtClean="0"/>
          </a:p>
        </p:txBody>
      </p:sp>
      <p:sp>
        <p:nvSpPr>
          <p:cNvPr id="8" name="3 Marcador de texto"/>
          <p:cNvSpPr txBox="1">
            <a:spLocks/>
          </p:cNvSpPr>
          <p:nvPr/>
        </p:nvSpPr>
        <p:spPr bwMode="auto">
          <a:xfrm>
            <a:off x="468313" y="5229225"/>
            <a:ext cx="8280400" cy="1439863"/>
          </a:xfrm>
          <a:prstGeom prst="rect">
            <a:avLst/>
          </a:prstGeom>
          <a:noFill/>
          <a:ln w="9525">
            <a:noFill/>
            <a:miter lim="800000"/>
            <a:headEnd/>
            <a:tailEnd/>
          </a:ln>
        </p:spPr>
        <p:txBody>
          <a:bodyPr/>
          <a:lstStyle/>
          <a:p>
            <a:pPr marL="342900" indent="-342900" eaLnBrk="0" hangingPunct="0">
              <a:spcBef>
                <a:spcPct val="20000"/>
              </a:spcBef>
              <a:buClr>
                <a:schemeClr val="hlink"/>
              </a:buClr>
              <a:buSzPct val="80000"/>
              <a:buFont typeface="Wingdings" pitchFamily="2" charset="2"/>
              <a:buChar char="l"/>
              <a:defRPr/>
            </a:pPr>
            <a:endParaRPr lang="es-ES" sz="2800" kern="0" dirty="0">
              <a:latin typeface="+mn-lt"/>
              <a:cs typeface="+mn-cs"/>
            </a:endParaRPr>
          </a:p>
        </p:txBody>
      </p:sp>
      <p:sp>
        <p:nvSpPr>
          <p:cNvPr id="6" name="3 Marcador de texto"/>
          <p:cNvSpPr txBox="1">
            <a:spLocks/>
          </p:cNvSpPr>
          <p:nvPr/>
        </p:nvSpPr>
        <p:spPr bwMode="auto">
          <a:xfrm>
            <a:off x="250825" y="5648325"/>
            <a:ext cx="8569325" cy="2419350"/>
          </a:xfrm>
          <a:prstGeom prst="rect">
            <a:avLst/>
          </a:prstGeom>
          <a:noFill/>
          <a:ln w="9525">
            <a:noFill/>
            <a:miter lim="800000"/>
            <a:headEnd/>
            <a:tailEnd/>
          </a:ln>
        </p:spPr>
        <p:txBody>
          <a:bodyPr/>
          <a:lstStyle/>
          <a:p>
            <a:pPr marL="342900" indent="-342900" eaLnBrk="0" hangingPunct="0">
              <a:spcBef>
                <a:spcPct val="20000"/>
              </a:spcBef>
              <a:buClr>
                <a:schemeClr val="folHlink"/>
              </a:buClr>
              <a:buSzPct val="60000"/>
              <a:buFont typeface="Wingdings" pitchFamily="2" charset="2"/>
              <a:buChar char="n"/>
              <a:defRPr/>
            </a:pPr>
            <a:endParaRPr lang="es-ES" sz="2800" kern="0" dirty="0">
              <a:latin typeface="+mn-lt"/>
              <a:cs typeface="+mn-cs"/>
            </a:endParaRPr>
          </a:p>
        </p:txBody>
      </p:sp>
      <p:pic>
        <p:nvPicPr>
          <p:cNvPr id="9222" name="Picture 2"/>
          <p:cNvPicPr>
            <a:picLocks noChangeAspect="1" noChangeArrowheads="1"/>
          </p:cNvPicPr>
          <p:nvPr/>
        </p:nvPicPr>
        <p:blipFill>
          <a:blip r:embed="rId3"/>
          <a:srcRect/>
          <a:stretch>
            <a:fillRect/>
          </a:stretch>
        </p:blipFill>
        <p:spPr bwMode="auto">
          <a:xfrm>
            <a:off x="1619250" y="5732463"/>
            <a:ext cx="5616575" cy="542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s-ES" smtClean="0"/>
              <a:t>3. COMPARTIR RECURSOS</a:t>
            </a:r>
          </a:p>
        </p:txBody>
      </p:sp>
      <p:sp>
        <p:nvSpPr>
          <p:cNvPr id="10243" name="Rectangle 3"/>
          <p:cNvSpPr>
            <a:spLocks noGrp="1" noChangeArrowheads="1"/>
          </p:cNvSpPr>
          <p:nvPr>
            <p:ph type="body" idx="1"/>
          </p:nvPr>
        </p:nvSpPr>
        <p:spPr>
          <a:xfrm>
            <a:off x="1182688" y="2017713"/>
            <a:ext cx="7772400" cy="4506912"/>
          </a:xfrm>
        </p:spPr>
        <p:txBody>
          <a:bodyPr/>
          <a:lstStyle/>
          <a:p>
            <a:pPr eaLnBrk="1" hangingPunct="1"/>
            <a:r>
              <a:rPr lang="es-ES" smtClean="0"/>
              <a:t>Los recursos compartidos en una red con un dominio de Active Directory, se gestionan de forma centralizada desde el controlador principal de dominio.</a:t>
            </a:r>
          </a:p>
          <a:p>
            <a:pPr eaLnBrk="1" hangingPunct="1"/>
            <a:r>
              <a:rPr lang="es-ES" smtClean="0"/>
              <a:t>Los recursos locales de cada cliente se gestionan desde el equipo local.</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1 Título"/>
          <p:cNvSpPr>
            <a:spLocks noGrp="1"/>
          </p:cNvSpPr>
          <p:nvPr>
            <p:ph type="title"/>
          </p:nvPr>
        </p:nvSpPr>
        <p:spPr>
          <a:xfrm>
            <a:off x="1116013" y="214313"/>
            <a:ext cx="8027987" cy="1462087"/>
          </a:xfrm>
        </p:spPr>
        <p:txBody>
          <a:bodyPr/>
          <a:lstStyle/>
          <a:p>
            <a:r>
              <a:rPr lang="es-ES_tradnl" smtClean="0"/>
              <a:t>3.1 VISUALIZAR RECURSOS COMPARTIDOS</a:t>
            </a:r>
            <a:endParaRPr lang="es-ES" smtClean="0"/>
          </a:p>
        </p:txBody>
      </p:sp>
      <p:pic>
        <p:nvPicPr>
          <p:cNvPr id="11268" name="Picture 4"/>
          <p:cNvPicPr>
            <a:picLocks noGrp="1" noChangeAspect="1" noChangeArrowheads="1"/>
          </p:cNvPicPr>
          <p:nvPr>
            <p:ph idx="1"/>
          </p:nvPr>
        </p:nvPicPr>
        <p:blipFill>
          <a:blip r:embed="rId2"/>
          <a:srcRect/>
          <a:stretch>
            <a:fillRect/>
          </a:stretch>
        </p:blipFill>
        <p:spPr bwMode="auto">
          <a:xfrm>
            <a:off x="500034" y="2214554"/>
            <a:ext cx="8193972" cy="371477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50825" y="214313"/>
            <a:ext cx="8693150" cy="1462087"/>
          </a:xfrm>
        </p:spPr>
        <p:txBody>
          <a:bodyPr/>
          <a:lstStyle/>
          <a:p>
            <a:pPr eaLnBrk="1" hangingPunct="1"/>
            <a:r>
              <a:rPr lang="es-ES" sz="4000" smtClean="0"/>
              <a:t>3.2.A </a:t>
            </a:r>
            <a:r>
              <a:rPr lang="es-ES_tradnl" sz="4000" smtClean="0"/>
              <a:t>COMPARTIR ARCHIVOS DESDE CUALQUIER CARPETA DEL EQUIPO</a:t>
            </a:r>
            <a:endParaRPr lang="es-ES" sz="4000" smtClean="0"/>
          </a:p>
        </p:txBody>
      </p:sp>
      <p:sp>
        <p:nvSpPr>
          <p:cNvPr id="12291" name="5 Marcador de texto"/>
          <p:cNvSpPr>
            <a:spLocks noGrp="1"/>
          </p:cNvSpPr>
          <p:nvPr>
            <p:ph type="body" sz="half" idx="1"/>
          </p:nvPr>
        </p:nvSpPr>
        <p:spPr>
          <a:xfrm>
            <a:off x="250825" y="2205038"/>
            <a:ext cx="3889375" cy="1266825"/>
          </a:xfrm>
        </p:spPr>
        <p:txBody>
          <a:bodyPr/>
          <a:lstStyle/>
          <a:p>
            <a:pPr eaLnBrk="1" hangingPunct="1"/>
            <a:r>
              <a:rPr lang="es-ES_tradnl" smtClean="0"/>
              <a:t>En primer lugar hay que activar el uso compartido de archivos en el servidor</a:t>
            </a:r>
            <a:endParaRPr lang="es-ES" smtClean="0"/>
          </a:p>
          <a:p>
            <a:pPr eaLnBrk="1" hangingPunct="1"/>
            <a:endParaRPr lang="es-ES_tradnl" smtClean="0"/>
          </a:p>
        </p:txBody>
      </p:sp>
      <p:pic>
        <p:nvPicPr>
          <p:cNvPr id="7" name="Picture 5"/>
          <p:cNvPicPr>
            <a:picLocks noGrp="1" noChangeAspect="1" noChangeArrowheads="1"/>
          </p:cNvPicPr>
          <p:nvPr>
            <p:ph sz="half" idx="2"/>
          </p:nvPr>
        </p:nvPicPr>
        <p:blipFill>
          <a:blip r:embed="rId2"/>
          <a:srcRect/>
          <a:stretch>
            <a:fillRect/>
          </a:stretch>
        </p:blipFill>
        <p:spPr bwMode="auto">
          <a:xfrm>
            <a:off x="4268608" y="2214554"/>
            <a:ext cx="4686480" cy="414340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50825" y="214313"/>
            <a:ext cx="8693150" cy="1462087"/>
          </a:xfrm>
        </p:spPr>
        <p:txBody>
          <a:bodyPr/>
          <a:lstStyle/>
          <a:p>
            <a:pPr eaLnBrk="1" hangingPunct="1"/>
            <a:r>
              <a:rPr lang="es-ES" sz="4000" smtClean="0"/>
              <a:t>3.2.A </a:t>
            </a:r>
            <a:r>
              <a:rPr lang="es-ES_tradnl" sz="4000" smtClean="0"/>
              <a:t>COMPARTIR ARCHIVOS DESDE CUALQUIER CARPETA DEL EQUIPO</a:t>
            </a:r>
            <a:endParaRPr lang="es-ES" sz="4000" smtClean="0"/>
          </a:p>
        </p:txBody>
      </p:sp>
      <p:sp>
        <p:nvSpPr>
          <p:cNvPr id="13315" name="5 Marcador de texto"/>
          <p:cNvSpPr>
            <a:spLocks noGrp="1"/>
          </p:cNvSpPr>
          <p:nvPr>
            <p:ph type="body" sz="half" idx="1"/>
          </p:nvPr>
        </p:nvSpPr>
        <p:spPr>
          <a:xfrm>
            <a:off x="323850" y="2017713"/>
            <a:ext cx="4824413" cy="4435475"/>
          </a:xfrm>
        </p:spPr>
        <p:txBody>
          <a:bodyPr/>
          <a:lstStyle/>
          <a:p>
            <a:r>
              <a:rPr lang="es-ES_tradnl" smtClean="0"/>
              <a:t>Pulsar botón dcho y Propiedades sobre la carpeta a compartir.</a:t>
            </a:r>
          </a:p>
          <a:p>
            <a:r>
              <a:rPr lang="es-ES_tradnl" smtClean="0"/>
              <a:t>Seleccionar la pestaña Compartir.</a:t>
            </a:r>
          </a:p>
          <a:p>
            <a:r>
              <a:rPr lang="es-ES_tradnl" smtClean="0"/>
              <a:t>Elegir los usuarios de la red con los que deseamos compartir recursos.</a:t>
            </a:r>
            <a:endParaRPr lang="es-ES" smtClean="0"/>
          </a:p>
          <a:p>
            <a:pPr eaLnBrk="1" hangingPunct="1"/>
            <a:endParaRPr lang="es-ES_tradnl" smtClean="0"/>
          </a:p>
        </p:txBody>
      </p:sp>
      <p:pic>
        <p:nvPicPr>
          <p:cNvPr id="13318" name="Picture 6"/>
          <p:cNvPicPr>
            <a:picLocks noGrp="1" noChangeAspect="1" noChangeArrowheads="1"/>
          </p:cNvPicPr>
          <p:nvPr>
            <p:ph sz="half" idx="2"/>
          </p:nvPr>
        </p:nvPicPr>
        <p:blipFill>
          <a:blip r:embed="rId2"/>
          <a:srcRect/>
          <a:stretch>
            <a:fillRect/>
          </a:stretch>
        </p:blipFill>
        <p:spPr bwMode="auto">
          <a:xfrm>
            <a:off x="5145088" y="2143116"/>
            <a:ext cx="3810000" cy="4357718"/>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50825" y="214313"/>
            <a:ext cx="8693150" cy="1462087"/>
          </a:xfrm>
        </p:spPr>
        <p:txBody>
          <a:bodyPr/>
          <a:lstStyle/>
          <a:p>
            <a:pPr eaLnBrk="1" hangingPunct="1"/>
            <a:r>
              <a:rPr lang="es-ES" sz="4000" smtClean="0"/>
              <a:t>3.2.A </a:t>
            </a:r>
            <a:r>
              <a:rPr lang="es-ES_tradnl" sz="4000" smtClean="0"/>
              <a:t>COMPARTIR ARCHIVOS DESDE CUALQUIER CARPETA DEL EQUIPO</a:t>
            </a:r>
            <a:endParaRPr lang="es-ES" sz="4000" smtClean="0"/>
          </a:p>
        </p:txBody>
      </p:sp>
      <p:sp>
        <p:nvSpPr>
          <p:cNvPr id="14339" name="5 Marcador de texto"/>
          <p:cNvSpPr>
            <a:spLocks noGrp="1"/>
          </p:cNvSpPr>
          <p:nvPr>
            <p:ph type="body" sz="half" idx="1"/>
          </p:nvPr>
        </p:nvSpPr>
        <p:spPr>
          <a:xfrm>
            <a:off x="323850" y="2017713"/>
            <a:ext cx="5111750" cy="4435475"/>
          </a:xfrm>
        </p:spPr>
        <p:txBody>
          <a:bodyPr/>
          <a:lstStyle/>
          <a:p>
            <a:pPr lvl="1" eaLnBrk="1" hangingPunct="1"/>
            <a:endParaRPr lang="es-ES_tradnl" smtClean="0"/>
          </a:p>
          <a:p>
            <a:pPr lvl="1" eaLnBrk="1" hangingPunct="1"/>
            <a:endParaRPr lang="es-ES_tradnl" smtClean="0"/>
          </a:p>
          <a:p>
            <a:pPr lvl="1" eaLnBrk="1" hangingPunct="1"/>
            <a:r>
              <a:rPr lang="es-ES_tradnl" smtClean="0"/>
              <a:t>Lectura: Visualiza los archivos de la carpeta</a:t>
            </a:r>
          </a:p>
          <a:p>
            <a:pPr lvl="1" eaLnBrk="1" hangingPunct="1"/>
            <a:r>
              <a:rPr lang="es-ES_tradnl" smtClean="0"/>
              <a:t>Lectura y escritura: puede ver los archivos y agregar o eliminar archivos de la carpeta.</a:t>
            </a:r>
          </a:p>
          <a:p>
            <a:pPr lvl="1" eaLnBrk="1" hangingPunct="1"/>
            <a:r>
              <a:rPr lang="es-ES_tradnl" smtClean="0"/>
              <a:t>Propietario:</a:t>
            </a:r>
          </a:p>
        </p:txBody>
      </p:sp>
      <p:sp>
        <p:nvSpPr>
          <p:cNvPr id="5" name="5 Marcador de texto"/>
          <p:cNvSpPr txBox="1">
            <a:spLocks/>
          </p:cNvSpPr>
          <p:nvPr/>
        </p:nvSpPr>
        <p:spPr bwMode="auto">
          <a:xfrm>
            <a:off x="539750" y="1916113"/>
            <a:ext cx="8343900" cy="2266950"/>
          </a:xfrm>
          <a:prstGeom prst="rect">
            <a:avLst/>
          </a:prstGeom>
          <a:noFill/>
          <a:ln w="9525">
            <a:noFill/>
            <a:miter lim="800000"/>
            <a:headEnd/>
            <a:tailEnd/>
          </a:ln>
        </p:spPr>
        <p:txBody>
          <a:bodyPr/>
          <a:lstStyle/>
          <a:p>
            <a:pPr marL="342900" indent="-342900">
              <a:spcBef>
                <a:spcPct val="20000"/>
              </a:spcBef>
              <a:buClr>
                <a:schemeClr val="folHlink"/>
              </a:buClr>
              <a:buSzPct val="60000"/>
              <a:buFont typeface="Wingdings" pitchFamily="2" charset="2"/>
              <a:buChar char="n"/>
              <a:defRPr/>
            </a:pPr>
            <a:r>
              <a:rPr lang="es-ES_tradnl" sz="3200" kern="0" dirty="0">
                <a:latin typeface="+mn-lt"/>
                <a:cs typeface="+mn-cs"/>
              </a:rPr>
              <a:t>Permisos sobre el uso compartido de la carpeta para cada usuario:</a:t>
            </a:r>
          </a:p>
        </p:txBody>
      </p:sp>
      <p:pic>
        <p:nvPicPr>
          <p:cNvPr id="14342" name="Picture 6"/>
          <p:cNvPicPr>
            <a:picLocks noGrp="1" noChangeAspect="1" noChangeArrowheads="1"/>
          </p:cNvPicPr>
          <p:nvPr>
            <p:ph sz="half" idx="2"/>
          </p:nvPr>
        </p:nvPicPr>
        <p:blipFill>
          <a:blip r:embed="rId2"/>
          <a:srcRect/>
          <a:stretch>
            <a:fillRect/>
          </a:stretch>
        </p:blipFill>
        <p:spPr bwMode="auto">
          <a:xfrm>
            <a:off x="5508625" y="2928934"/>
            <a:ext cx="3446463" cy="3571899"/>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50825" y="214313"/>
            <a:ext cx="8693150" cy="1462087"/>
          </a:xfrm>
        </p:spPr>
        <p:txBody>
          <a:bodyPr/>
          <a:lstStyle/>
          <a:p>
            <a:pPr eaLnBrk="1" hangingPunct="1"/>
            <a:r>
              <a:rPr lang="es-ES" sz="4000" smtClean="0"/>
              <a:t>3.2.A </a:t>
            </a:r>
            <a:r>
              <a:rPr lang="es-ES_tradnl" sz="4000" smtClean="0"/>
              <a:t>COMPARTIR ARCHIVOS DESDE CUALQUIER CARPETA DEL EQUIPO</a:t>
            </a:r>
            <a:endParaRPr lang="es-ES" sz="4000" smtClean="0"/>
          </a:p>
        </p:txBody>
      </p:sp>
      <p:sp>
        <p:nvSpPr>
          <p:cNvPr id="15363" name="5 Marcador de texto"/>
          <p:cNvSpPr>
            <a:spLocks noGrp="1"/>
          </p:cNvSpPr>
          <p:nvPr>
            <p:ph type="body" sz="half" idx="1"/>
          </p:nvPr>
        </p:nvSpPr>
        <p:spPr>
          <a:xfrm>
            <a:off x="428596" y="1785926"/>
            <a:ext cx="8536017" cy="4114800"/>
          </a:xfrm>
        </p:spPr>
        <p:txBody>
          <a:bodyPr/>
          <a:lstStyle/>
          <a:p>
            <a:pPr eaLnBrk="1" hangingPunct="1"/>
            <a:r>
              <a:rPr lang="es-ES_tradnl" dirty="0" smtClean="0"/>
              <a:t>Comparto una carpeta en la unidad C: del servidor con los siguientes usuarios y de la siguiente manera:</a:t>
            </a:r>
            <a:endParaRPr lang="es-ES" dirty="0" smtClean="0"/>
          </a:p>
        </p:txBody>
      </p:sp>
      <p:pic>
        <p:nvPicPr>
          <p:cNvPr id="15365" name="Picture 5"/>
          <p:cNvPicPr>
            <a:picLocks noGrp="1" noChangeAspect="1" noChangeArrowheads="1"/>
          </p:cNvPicPr>
          <p:nvPr>
            <p:ph sz="half" idx="2"/>
          </p:nvPr>
        </p:nvPicPr>
        <p:blipFill>
          <a:blip r:embed="rId2"/>
          <a:srcRect/>
          <a:stretch>
            <a:fillRect/>
          </a:stretch>
        </p:blipFill>
        <p:spPr bwMode="auto">
          <a:xfrm>
            <a:off x="2143108" y="3357563"/>
            <a:ext cx="5283242" cy="35004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95288" y="214313"/>
            <a:ext cx="8548687" cy="1462087"/>
          </a:xfrm>
        </p:spPr>
        <p:txBody>
          <a:bodyPr/>
          <a:lstStyle/>
          <a:p>
            <a:pPr eaLnBrk="1" hangingPunct="1"/>
            <a:r>
              <a:rPr lang="es-ES" sz="4000" smtClean="0"/>
              <a:t>3.2.A </a:t>
            </a:r>
            <a:r>
              <a:rPr lang="es-ES_tradnl" sz="4000" smtClean="0"/>
              <a:t>COMPARTIR ARCHIVOS DESDE CUALQUIER CARPETA DEL EQUIPO</a:t>
            </a:r>
            <a:endParaRPr lang="es-ES" sz="4000" smtClean="0"/>
          </a:p>
        </p:txBody>
      </p:sp>
      <p:sp>
        <p:nvSpPr>
          <p:cNvPr id="16387" name="5 Marcador de texto"/>
          <p:cNvSpPr>
            <a:spLocks noGrp="1"/>
          </p:cNvSpPr>
          <p:nvPr>
            <p:ph type="body" sz="half" idx="1"/>
          </p:nvPr>
        </p:nvSpPr>
        <p:spPr>
          <a:xfrm>
            <a:off x="684213" y="1916113"/>
            <a:ext cx="8280400" cy="4114800"/>
          </a:xfrm>
        </p:spPr>
        <p:txBody>
          <a:bodyPr/>
          <a:lstStyle/>
          <a:p>
            <a:pPr eaLnBrk="1" hangingPunct="1"/>
            <a:r>
              <a:rPr lang="es-ES_tradnl" smtClean="0"/>
              <a:t>Accedo desde un ordenador cliente como el usuario gonzalo a la carpeta compartida y vemos que puedo acceder a ella, ver su contenido pero no puedo modificar nada.</a:t>
            </a:r>
            <a:endParaRPr lang="es-ES" smtClean="0"/>
          </a:p>
        </p:txBody>
      </p:sp>
      <p:pic>
        <p:nvPicPr>
          <p:cNvPr id="16389" name="Picture 5"/>
          <p:cNvPicPr>
            <a:picLocks noGrp="1" noChangeAspect="1" noChangeArrowheads="1"/>
          </p:cNvPicPr>
          <p:nvPr>
            <p:ph sz="half" idx="2"/>
          </p:nvPr>
        </p:nvPicPr>
        <p:blipFill>
          <a:blip r:embed="rId2"/>
          <a:srcRect/>
          <a:stretch>
            <a:fillRect/>
          </a:stretch>
        </p:blipFill>
        <p:spPr bwMode="auto">
          <a:xfrm>
            <a:off x="4286248" y="3929066"/>
            <a:ext cx="4214842" cy="2711417"/>
          </a:xfrm>
          <a:prstGeom prst="rect">
            <a:avLst/>
          </a:prstGeom>
          <a:noFill/>
          <a:ln w="9525">
            <a:noFill/>
            <a:miter lim="800000"/>
            <a:headEnd/>
            <a:tailEnd/>
          </a:ln>
          <a:effectLst/>
        </p:spPr>
      </p:pic>
      <p:pic>
        <p:nvPicPr>
          <p:cNvPr id="16390" name="Picture 6"/>
          <p:cNvPicPr>
            <a:picLocks noChangeAspect="1" noChangeArrowheads="1"/>
          </p:cNvPicPr>
          <p:nvPr/>
        </p:nvPicPr>
        <p:blipFill>
          <a:blip r:embed="rId3"/>
          <a:srcRect/>
          <a:stretch>
            <a:fillRect/>
          </a:stretch>
        </p:blipFill>
        <p:spPr bwMode="auto">
          <a:xfrm>
            <a:off x="1428728" y="4143380"/>
            <a:ext cx="1695450" cy="8001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50825" y="214313"/>
            <a:ext cx="8693150" cy="1462087"/>
          </a:xfrm>
        </p:spPr>
        <p:txBody>
          <a:bodyPr/>
          <a:lstStyle/>
          <a:p>
            <a:pPr eaLnBrk="1" hangingPunct="1"/>
            <a:r>
              <a:rPr lang="es-ES" sz="4000" smtClean="0"/>
              <a:t>3.2.A </a:t>
            </a:r>
            <a:r>
              <a:rPr lang="es-ES_tradnl" sz="4000" smtClean="0"/>
              <a:t>COMPARTIR ARCHIVOS DESDE CUALQUIER CARPETA DEL EQUIPO</a:t>
            </a:r>
            <a:endParaRPr lang="es-ES" sz="4000" smtClean="0"/>
          </a:p>
        </p:txBody>
      </p:sp>
      <p:sp>
        <p:nvSpPr>
          <p:cNvPr id="17411" name="5 Marcador de texto"/>
          <p:cNvSpPr>
            <a:spLocks noGrp="1"/>
          </p:cNvSpPr>
          <p:nvPr>
            <p:ph type="body" sz="half" idx="1"/>
          </p:nvPr>
        </p:nvSpPr>
        <p:spPr>
          <a:xfrm>
            <a:off x="684213" y="1916113"/>
            <a:ext cx="8280400" cy="4114800"/>
          </a:xfrm>
        </p:spPr>
        <p:txBody>
          <a:bodyPr/>
          <a:lstStyle/>
          <a:p>
            <a:pPr eaLnBrk="1" hangingPunct="1"/>
            <a:r>
              <a:rPr lang="es-ES_tradnl" dirty="0" smtClean="0"/>
              <a:t>Accedo desde un ordenador cliente como el usuario </a:t>
            </a:r>
            <a:r>
              <a:rPr lang="es-ES_tradnl" dirty="0" smtClean="0"/>
              <a:t>Raquel </a:t>
            </a:r>
            <a:r>
              <a:rPr lang="es-ES_tradnl" dirty="0" smtClean="0"/>
              <a:t>a la carpeta compartida y vemos que puedo acceder a ella, y modificar su contenido.</a:t>
            </a:r>
            <a:endParaRPr lang="es-ES" dirty="0" smtClean="0"/>
          </a:p>
        </p:txBody>
      </p:sp>
      <p:pic>
        <p:nvPicPr>
          <p:cNvPr id="17413" name="Picture 5"/>
          <p:cNvPicPr>
            <a:picLocks noGrp="1" noChangeAspect="1" noChangeArrowheads="1"/>
          </p:cNvPicPr>
          <p:nvPr>
            <p:ph sz="half" idx="2"/>
          </p:nvPr>
        </p:nvPicPr>
        <p:blipFill>
          <a:blip r:embed="rId2"/>
          <a:srcRect/>
          <a:stretch>
            <a:fillRect/>
          </a:stretch>
        </p:blipFill>
        <p:spPr bwMode="auto">
          <a:xfrm>
            <a:off x="2703590" y="4143380"/>
            <a:ext cx="6054648" cy="2452693"/>
          </a:xfrm>
          <a:prstGeom prst="rect">
            <a:avLst/>
          </a:prstGeom>
          <a:noFill/>
          <a:ln w="9525">
            <a:noFill/>
            <a:miter lim="800000"/>
            <a:headEnd/>
            <a:tailEnd/>
          </a:ln>
          <a:effectLst/>
        </p:spPr>
      </p:pic>
      <p:pic>
        <p:nvPicPr>
          <p:cNvPr id="17414" name="Picture 6"/>
          <p:cNvPicPr>
            <a:picLocks noChangeAspect="1" noChangeArrowheads="1"/>
          </p:cNvPicPr>
          <p:nvPr/>
        </p:nvPicPr>
        <p:blipFill>
          <a:blip r:embed="rId3"/>
          <a:srcRect/>
          <a:stretch>
            <a:fillRect/>
          </a:stretch>
        </p:blipFill>
        <p:spPr bwMode="auto">
          <a:xfrm>
            <a:off x="642910" y="4286256"/>
            <a:ext cx="1842647" cy="928694"/>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95313" y="188913"/>
            <a:ext cx="8548687" cy="1462087"/>
          </a:xfrm>
        </p:spPr>
        <p:txBody>
          <a:bodyPr/>
          <a:lstStyle/>
          <a:p>
            <a:pPr eaLnBrk="1" hangingPunct="1"/>
            <a:r>
              <a:rPr lang="es-ES" sz="4000" smtClean="0"/>
              <a:t>3.2.A </a:t>
            </a:r>
            <a:r>
              <a:rPr lang="es-ES_tradnl" sz="4000" smtClean="0"/>
              <a:t>COMPARTIR ARCHIVOS DESDE CUALQUIER CARPETA DEL EQUIPO</a:t>
            </a:r>
            <a:endParaRPr lang="es-ES" sz="4000" smtClean="0"/>
          </a:p>
        </p:txBody>
      </p:sp>
      <p:sp>
        <p:nvSpPr>
          <p:cNvPr id="18435" name="5 Marcador de texto"/>
          <p:cNvSpPr>
            <a:spLocks noGrp="1"/>
          </p:cNvSpPr>
          <p:nvPr>
            <p:ph type="body" sz="half" idx="1"/>
          </p:nvPr>
        </p:nvSpPr>
        <p:spPr>
          <a:xfrm>
            <a:off x="684213" y="1916113"/>
            <a:ext cx="8280400" cy="4114800"/>
          </a:xfrm>
        </p:spPr>
        <p:txBody>
          <a:bodyPr/>
          <a:lstStyle/>
          <a:p>
            <a:pPr eaLnBrk="1" hangingPunct="1"/>
            <a:r>
              <a:rPr lang="es-ES_tradnl" dirty="0" smtClean="0"/>
              <a:t>Accedo desde un ordenador cliente como el usuario </a:t>
            </a:r>
            <a:r>
              <a:rPr lang="es-ES_tradnl" dirty="0" smtClean="0"/>
              <a:t>Aurora </a:t>
            </a:r>
            <a:r>
              <a:rPr lang="es-ES_tradnl" dirty="0" smtClean="0"/>
              <a:t>a la carpeta compartida y vemos que no tiene acceso a ella.</a:t>
            </a:r>
            <a:endParaRPr lang="es-ES" dirty="0" smtClean="0"/>
          </a:p>
        </p:txBody>
      </p:sp>
      <p:pic>
        <p:nvPicPr>
          <p:cNvPr id="18437" name="Picture 5"/>
          <p:cNvPicPr>
            <a:picLocks noGrp="1" noChangeAspect="1" noChangeArrowheads="1"/>
          </p:cNvPicPr>
          <p:nvPr>
            <p:ph sz="half" idx="2"/>
          </p:nvPr>
        </p:nvPicPr>
        <p:blipFill>
          <a:blip r:embed="rId2"/>
          <a:srcRect/>
          <a:stretch>
            <a:fillRect/>
          </a:stretch>
        </p:blipFill>
        <p:spPr bwMode="auto">
          <a:xfrm>
            <a:off x="3500430" y="3500438"/>
            <a:ext cx="4756654" cy="3136900"/>
          </a:xfrm>
          <a:prstGeom prst="rect">
            <a:avLst/>
          </a:prstGeom>
          <a:noFill/>
          <a:ln w="9525">
            <a:noFill/>
            <a:miter lim="800000"/>
            <a:headEnd/>
            <a:tailEnd/>
          </a:ln>
          <a:effectLst/>
        </p:spPr>
      </p:pic>
      <p:pic>
        <p:nvPicPr>
          <p:cNvPr id="18438" name="Picture 6"/>
          <p:cNvPicPr>
            <a:picLocks noChangeAspect="1" noChangeArrowheads="1"/>
          </p:cNvPicPr>
          <p:nvPr/>
        </p:nvPicPr>
        <p:blipFill>
          <a:blip r:embed="rId3"/>
          <a:srcRect/>
          <a:stretch>
            <a:fillRect/>
          </a:stretch>
        </p:blipFill>
        <p:spPr bwMode="auto">
          <a:xfrm>
            <a:off x="928662" y="3500438"/>
            <a:ext cx="1893938" cy="71438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1 Título"/>
          <p:cNvSpPr>
            <a:spLocks noGrp="1"/>
          </p:cNvSpPr>
          <p:nvPr>
            <p:ph type="title"/>
          </p:nvPr>
        </p:nvSpPr>
        <p:spPr>
          <a:xfrm>
            <a:off x="811213" y="-242888"/>
            <a:ext cx="8332787" cy="1462088"/>
          </a:xfrm>
        </p:spPr>
        <p:txBody>
          <a:bodyPr/>
          <a:lstStyle/>
          <a:p>
            <a:pPr eaLnBrk="1" hangingPunct="1"/>
            <a:r>
              <a:rPr lang="es-ES_tradnl" smtClean="0"/>
              <a:t>3.3 ¿QUÉ SON LOS PERMISOS?</a:t>
            </a:r>
            <a:endParaRPr lang="es-ES" smtClean="0"/>
          </a:p>
        </p:txBody>
      </p:sp>
      <p:sp>
        <p:nvSpPr>
          <p:cNvPr id="23555" name="2 Marcador de texto"/>
          <p:cNvSpPr>
            <a:spLocks noGrp="1"/>
          </p:cNvSpPr>
          <p:nvPr>
            <p:ph type="body" sz="half" idx="1"/>
          </p:nvPr>
        </p:nvSpPr>
        <p:spPr>
          <a:xfrm>
            <a:off x="539750" y="2060575"/>
            <a:ext cx="3810000" cy="4114800"/>
          </a:xfrm>
        </p:spPr>
        <p:txBody>
          <a:bodyPr/>
          <a:lstStyle/>
          <a:p>
            <a:pPr eaLnBrk="1" hangingPunct="1"/>
            <a:r>
              <a:rPr lang="es-ES_tradnl" smtClean="0"/>
              <a:t>Los permisos son reglas de acceso a los recursos de una red. </a:t>
            </a:r>
          </a:p>
          <a:p>
            <a:pPr eaLnBrk="1" hangingPunct="1"/>
            <a:r>
              <a:rPr lang="es-ES_tradnl" smtClean="0"/>
              <a:t>Determinan si se puede acceder o no a un recurso y de qué forma.</a:t>
            </a:r>
            <a:endParaRPr lang="es-ES" smtClean="0"/>
          </a:p>
        </p:txBody>
      </p:sp>
      <p:pic>
        <p:nvPicPr>
          <p:cNvPr id="23557" name="Picture 5"/>
          <p:cNvPicPr>
            <a:picLocks noGrp="1" noChangeAspect="1" noChangeArrowheads="1"/>
          </p:cNvPicPr>
          <p:nvPr>
            <p:ph sz="half" idx="2"/>
          </p:nvPr>
        </p:nvPicPr>
        <p:blipFill>
          <a:blip r:embed="rId2"/>
          <a:srcRect/>
          <a:stretch>
            <a:fillRect/>
          </a:stretch>
        </p:blipFill>
        <p:spPr bwMode="auto">
          <a:xfrm>
            <a:off x="4643970" y="2017712"/>
            <a:ext cx="4071434" cy="4554559"/>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1 Título"/>
          <p:cNvSpPr>
            <a:spLocks noGrp="1"/>
          </p:cNvSpPr>
          <p:nvPr>
            <p:ph type="title"/>
          </p:nvPr>
        </p:nvSpPr>
        <p:spPr>
          <a:xfrm>
            <a:off x="142844" y="0"/>
            <a:ext cx="9217056" cy="1462088"/>
          </a:xfrm>
        </p:spPr>
        <p:txBody>
          <a:bodyPr/>
          <a:lstStyle/>
          <a:p>
            <a:pPr eaLnBrk="1" hangingPunct="1"/>
            <a:r>
              <a:rPr lang="es-ES_tradnl" sz="4000" dirty="0" smtClean="0"/>
              <a:t>3.3.A. TIPOS DE PERMISOS </a:t>
            </a:r>
            <a:r>
              <a:rPr lang="es-ES_tradnl" sz="4000" dirty="0" smtClean="0"/>
              <a:t>W2012**</a:t>
            </a:r>
            <a:endParaRPr lang="es-ES" sz="4000" dirty="0" smtClean="0"/>
          </a:p>
        </p:txBody>
      </p:sp>
      <p:pic>
        <p:nvPicPr>
          <p:cNvPr id="25603" name="Picture 2"/>
          <p:cNvPicPr>
            <a:picLocks noGrp="1" noChangeAspect="1" noChangeArrowheads="1"/>
          </p:cNvPicPr>
          <p:nvPr>
            <p:ph idx="1"/>
          </p:nvPr>
        </p:nvPicPr>
        <p:blipFill>
          <a:blip r:embed="rId2"/>
          <a:srcRect r="18049" b="429"/>
          <a:stretch>
            <a:fillRect/>
          </a:stretch>
        </p:blipFill>
        <p:spPr>
          <a:xfrm>
            <a:off x="323850" y="1844675"/>
            <a:ext cx="8462992" cy="369879"/>
          </a:xfrm>
        </p:spPr>
      </p:pic>
      <p:pic>
        <p:nvPicPr>
          <p:cNvPr id="25604" name="Picture 3"/>
          <p:cNvPicPr>
            <a:picLocks noChangeAspect="1" noChangeArrowheads="1"/>
          </p:cNvPicPr>
          <p:nvPr/>
        </p:nvPicPr>
        <p:blipFill>
          <a:blip r:embed="rId3"/>
          <a:srcRect r="17578"/>
          <a:stretch>
            <a:fillRect/>
          </a:stretch>
        </p:blipFill>
        <p:spPr bwMode="auto">
          <a:xfrm>
            <a:off x="323850" y="2205038"/>
            <a:ext cx="8462992" cy="4200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Título"/>
          <p:cNvSpPr>
            <a:spLocks noGrp="1"/>
          </p:cNvSpPr>
          <p:nvPr>
            <p:ph type="title"/>
          </p:nvPr>
        </p:nvSpPr>
        <p:spPr>
          <a:xfrm>
            <a:off x="395288" y="214313"/>
            <a:ext cx="8548687" cy="1462087"/>
          </a:xfrm>
        </p:spPr>
        <p:txBody>
          <a:bodyPr/>
          <a:lstStyle/>
          <a:p>
            <a:r>
              <a:rPr lang="es-ES_tradnl" smtClean="0"/>
              <a:t>3.4. ASIGNACIÓN DE PERMISOS DE CARPETAS COMPARTIDAS</a:t>
            </a:r>
            <a:endParaRPr lang="es-ES" smtClean="0"/>
          </a:p>
        </p:txBody>
      </p:sp>
      <p:sp>
        <p:nvSpPr>
          <p:cNvPr id="26627" name="3 Marcador de texto"/>
          <p:cNvSpPr>
            <a:spLocks noGrp="1"/>
          </p:cNvSpPr>
          <p:nvPr>
            <p:ph type="body" sz="half" idx="1"/>
          </p:nvPr>
        </p:nvSpPr>
        <p:spPr>
          <a:xfrm>
            <a:off x="250825" y="2060575"/>
            <a:ext cx="5329238" cy="4435475"/>
          </a:xfrm>
        </p:spPr>
        <p:txBody>
          <a:bodyPr/>
          <a:lstStyle/>
          <a:p>
            <a:r>
              <a:rPr lang="es-ES_tradnl" smtClean="0"/>
              <a:t>Los permisos estándar pueden no ser suficientes.</a:t>
            </a:r>
          </a:p>
          <a:p>
            <a:r>
              <a:rPr lang="es-ES_tradnl" smtClean="0"/>
              <a:t>Los permisos especiales, se asignan desde la pestaña Seguridad.</a:t>
            </a:r>
          </a:p>
          <a:p>
            <a:r>
              <a:rPr lang="es-ES_tradnl" smtClean="0"/>
              <a:t>Siempre prevalece la opción más restrictiva.</a:t>
            </a:r>
            <a:endParaRPr lang="es-ES" smtClean="0"/>
          </a:p>
          <a:p>
            <a:endParaRPr lang="es-ES" smtClean="0"/>
          </a:p>
        </p:txBody>
      </p:sp>
      <p:pic>
        <p:nvPicPr>
          <p:cNvPr id="26629" name="Picture 5"/>
          <p:cNvPicPr>
            <a:picLocks noGrp="1" noChangeAspect="1" noChangeArrowheads="1"/>
          </p:cNvPicPr>
          <p:nvPr>
            <p:ph sz="half" idx="2"/>
          </p:nvPr>
        </p:nvPicPr>
        <p:blipFill>
          <a:blip r:embed="rId2"/>
          <a:srcRect/>
          <a:stretch>
            <a:fillRect/>
          </a:stretch>
        </p:blipFill>
        <p:spPr bwMode="auto">
          <a:xfrm>
            <a:off x="5426520" y="2060575"/>
            <a:ext cx="3429697" cy="44640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1 Título"/>
          <p:cNvSpPr>
            <a:spLocks noGrp="1"/>
          </p:cNvSpPr>
          <p:nvPr>
            <p:ph type="title"/>
          </p:nvPr>
        </p:nvSpPr>
        <p:spPr>
          <a:xfrm>
            <a:off x="539750" y="214313"/>
            <a:ext cx="8404225" cy="1462087"/>
          </a:xfrm>
        </p:spPr>
        <p:txBody>
          <a:bodyPr/>
          <a:lstStyle/>
          <a:p>
            <a:pPr eaLnBrk="1" hangingPunct="1"/>
            <a:r>
              <a:rPr lang="es-ES_tradnl" smtClean="0"/>
              <a:t>3.5 RECURSOS COMPARTIDOS ESPECIALES</a:t>
            </a:r>
            <a:endParaRPr lang="es-ES" smtClean="0"/>
          </a:p>
        </p:txBody>
      </p:sp>
      <p:sp>
        <p:nvSpPr>
          <p:cNvPr id="27651" name="2 Marcador de contenido"/>
          <p:cNvSpPr>
            <a:spLocks noGrp="1"/>
          </p:cNvSpPr>
          <p:nvPr>
            <p:ph idx="1"/>
          </p:nvPr>
        </p:nvSpPr>
        <p:spPr>
          <a:xfrm>
            <a:off x="468313" y="1844675"/>
            <a:ext cx="8486775" cy="4114800"/>
          </a:xfrm>
        </p:spPr>
        <p:txBody>
          <a:bodyPr/>
          <a:lstStyle/>
          <a:p>
            <a:pPr eaLnBrk="1" hangingPunct="1"/>
            <a:r>
              <a:rPr lang="es-ES_tradnl" smtClean="0"/>
              <a:t>Recursos creados por el SO para tareas administrativas y que no se deben borrar ni modificar:</a:t>
            </a:r>
            <a:endParaRPr lang="es-ES" smtClean="0"/>
          </a:p>
        </p:txBody>
      </p:sp>
      <p:pic>
        <p:nvPicPr>
          <p:cNvPr id="27652" name="Picture 4"/>
          <p:cNvPicPr>
            <a:picLocks noChangeAspect="1" noChangeArrowheads="1"/>
          </p:cNvPicPr>
          <p:nvPr/>
        </p:nvPicPr>
        <p:blipFill>
          <a:blip r:embed="rId2"/>
          <a:srcRect/>
          <a:stretch>
            <a:fillRect/>
          </a:stretch>
        </p:blipFill>
        <p:spPr bwMode="auto">
          <a:xfrm>
            <a:off x="900113" y="3429000"/>
            <a:ext cx="7807325" cy="32400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Título"/>
          <p:cNvSpPr>
            <a:spLocks noGrp="1"/>
          </p:cNvSpPr>
          <p:nvPr>
            <p:ph type="title"/>
          </p:nvPr>
        </p:nvSpPr>
        <p:spPr>
          <a:xfrm>
            <a:off x="539750" y="214313"/>
            <a:ext cx="8404225" cy="1462087"/>
          </a:xfrm>
        </p:spPr>
        <p:txBody>
          <a:bodyPr/>
          <a:lstStyle/>
          <a:p>
            <a:pPr eaLnBrk="1" hangingPunct="1"/>
            <a:r>
              <a:rPr lang="es-ES_tradnl" smtClean="0"/>
              <a:t>3.5 RECURSOS COMPARTIDOS ESPECIALES</a:t>
            </a:r>
            <a:endParaRPr lang="es-ES" smtClean="0"/>
          </a:p>
        </p:txBody>
      </p:sp>
      <p:sp>
        <p:nvSpPr>
          <p:cNvPr id="28675" name="2 Marcador de contenido"/>
          <p:cNvSpPr>
            <a:spLocks noGrp="1"/>
          </p:cNvSpPr>
          <p:nvPr>
            <p:ph idx="1"/>
          </p:nvPr>
        </p:nvSpPr>
        <p:spPr>
          <a:xfrm>
            <a:off x="468313" y="1844675"/>
            <a:ext cx="8486775" cy="4114800"/>
          </a:xfrm>
        </p:spPr>
        <p:txBody>
          <a:bodyPr/>
          <a:lstStyle/>
          <a:p>
            <a:pPr eaLnBrk="1" hangingPunct="1"/>
            <a:r>
              <a:rPr lang="es-ES_tradnl" smtClean="0"/>
              <a:t>Podemos hacer que una carpeta compartida lo esté pero que no sea visible en la red, añadiendo al nombre del recurso compartido $ al final del mismo.</a:t>
            </a:r>
          </a:p>
          <a:p>
            <a:pPr eaLnBrk="1" hangingPunct="1"/>
            <a:r>
              <a:rPr lang="es-ES_tradnl" smtClean="0"/>
              <a:t>Para acceder posteriormente a ella, desde </a:t>
            </a:r>
            <a:r>
              <a:rPr lang="es-ES_tradnl" i="1" smtClean="0"/>
              <a:t>Inicio, Ejecutar </a:t>
            </a:r>
            <a:r>
              <a:rPr lang="es-ES_tradnl" smtClean="0"/>
              <a:t>escribiremos</a:t>
            </a:r>
          </a:p>
          <a:p>
            <a:pPr eaLnBrk="1" hangingPunct="1">
              <a:buFont typeface="Wingdings" pitchFamily="2" charset="2"/>
              <a:buNone/>
            </a:pPr>
            <a:r>
              <a:rPr lang="es-ES_tradnl" smtClean="0"/>
              <a:t>	  </a:t>
            </a:r>
            <a:r>
              <a:rPr lang="es-ES_tradnl" b="1" smtClean="0"/>
              <a:t>\\nombre_equipo\nombre_recurso$</a:t>
            </a:r>
            <a:endParaRPr lang="es-ES" b="1"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1 Título"/>
          <p:cNvSpPr>
            <a:spLocks noGrp="1"/>
          </p:cNvSpPr>
          <p:nvPr>
            <p:ph type="title"/>
          </p:nvPr>
        </p:nvSpPr>
        <p:spPr>
          <a:xfrm>
            <a:off x="0" y="-242888"/>
            <a:ext cx="9144000" cy="1462088"/>
          </a:xfrm>
        </p:spPr>
        <p:txBody>
          <a:bodyPr/>
          <a:lstStyle/>
          <a:p>
            <a:r>
              <a:rPr lang="es-ES_tradnl" sz="3800" smtClean="0"/>
              <a:t>3.6 ELIMINAR RECURSOS COMPARTIDOS</a:t>
            </a:r>
            <a:endParaRPr lang="es-ES" sz="3800" smtClean="0"/>
          </a:p>
        </p:txBody>
      </p:sp>
      <p:sp>
        <p:nvSpPr>
          <p:cNvPr id="29699" name="4 Marcador de texto"/>
          <p:cNvSpPr>
            <a:spLocks noGrp="1"/>
          </p:cNvSpPr>
          <p:nvPr>
            <p:ph type="body" sz="half" idx="1"/>
          </p:nvPr>
        </p:nvSpPr>
        <p:spPr>
          <a:xfrm>
            <a:off x="642910" y="2000240"/>
            <a:ext cx="8215370" cy="763587"/>
          </a:xfrm>
        </p:spPr>
        <p:txBody>
          <a:bodyPr/>
          <a:lstStyle/>
          <a:p>
            <a:r>
              <a:rPr lang="es-ES_tradnl" dirty="0" smtClean="0"/>
              <a:t>Para dejar de compartir una carpeta.</a:t>
            </a:r>
            <a:endParaRPr lang="es-ES" dirty="0" smtClean="0"/>
          </a:p>
        </p:txBody>
      </p:sp>
      <p:pic>
        <p:nvPicPr>
          <p:cNvPr id="29702" name="Picture 6"/>
          <p:cNvPicPr>
            <a:picLocks noGrp="1" noChangeAspect="1" noChangeArrowheads="1"/>
          </p:cNvPicPr>
          <p:nvPr>
            <p:ph sz="half" idx="2"/>
          </p:nvPr>
        </p:nvPicPr>
        <p:blipFill>
          <a:blip r:embed="rId2"/>
          <a:srcRect/>
          <a:stretch>
            <a:fillRect/>
          </a:stretch>
        </p:blipFill>
        <p:spPr bwMode="auto">
          <a:xfrm>
            <a:off x="285720" y="2928934"/>
            <a:ext cx="3810000" cy="3429024"/>
          </a:xfrm>
          <a:prstGeom prst="rect">
            <a:avLst/>
          </a:prstGeom>
          <a:noFill/>
          <a:ln w="9525">
            <a:noFill/>
            <a:miter lim="800000"/>
            <a:headEnd/>
            <a:tailEnd/>
          </a:ln>
          <a:effectLst/>
        </p:spPr>
      </p:pic>
      <p:pic>
        <p:nvPicPr>
          <p:cNvPr id="29703" name="Picture 7"/>
          <p:cNvPicPr>
            <a:picLocks noChangeAspect="1" noChangeArrowheads="1"/>
          </p:cNvPicPr>
          <p:nvPr/>
        </p:nvPicPr>
        <p:blipFill>
          <a:blip r:embed="rId3"/>
          <a:srcRect/>
          <a:stretch>
            <a:fillRect/>
          </a:stretch>
        </p:blipFill>
        <p:spPr bwMode="auto">
          <a:xfrm>
            <a:off x="4429124" y="2928934"/>
            <a:ext cx="4533889" cy="335758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p:nvPr>
        </p:nvSpPr>
        <p:spPr>
          <a:xfrm>
            <a:off x="827088" y="0"/>
            <a:ext cx="8316912" cy="1462088"/>
          </a:xfrm>
        </p:spPr>
        <p:txBody>
          <a:bodyPr/>
          <a:lstStyle/>
          <a:p>
            <a:r>
              <a:rPr lang="es-ES_tradnl" sz="3800" smtClean="0"/>
              <a:t>4. COMPARTIR RECURSOS EN LOS EQUIPOS CLIENTES DE UN DOMINIO</a:t>
            </a:r>
            <a:endParaRPr lang="es-ES" sz="3800" smtClean="0"/>
          </a:p>
        </p:txBody>
      </p:sp>
      <p:sp>
        <p:nvSpPr>
          <p:cNvPr id="30723" name="2 Marcador de texto"/>
          <p:cNvSpPr>
            <a:spLocks noGrp="1"/>
          </p:cNvSpPr>
          <p:nvPr>
            <p:ph type="body" sz="half" idx="1"/>
          </p:nvPr>
        </p:nvSpPr>
        <p:spPr>
          <a:xfrm>
            <a:off x="539750" y="2017713"/>
            <a:ext cx="8424863" cy="4114800"/>
          </a:xfrm>
        </p:spPr>
        <p:txBody>
          <a:bodyPr/>
          <a:lstStyle/>
          <a:p>
            <a:r>
              <a:rPr lang="es-ES_tradnl" smtClean="0"/>
              <a:t>Desde un equipo cliente podré:</a:t>
            </a:r>
          </a:p>
          <a:p>
            <a:pPr lvl="1"/>
            <a:r>
              <a:rPr lang="es-ES_tradnl" smtClean="0"/>
              <a:t>Compartir recursos a usuarios locales del equipo cuando iniciemos sesión en modo local en el equipo.</a:t>
            </a:r>
          </a:p>
          <a:p>
            <a:pPr lvl="1"/>
            <a:r>
              <a:rPr lang="es-ES_tradnl" smtClean="0"/>
              <a:t>Compartir recursos para usuarios del dominio, al igual que se hace desde el controlador de dominio, con la diferencia de que este recurso no será controlado por el administrador de dominio de forma centralizada.</a:t>
            </a:r>
          </a:p>
          <a:p>
            <a:pPr lvl="1"/>
            <a:endParaRPr lang="es-ES"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1 Título"/>
          <p:cNvSpPr>
            <a:spLocks noGrp="1"/>
          </p:cNvSpPr>
          <p:nvPr>
            <p:ph type="title"/>
          </p:nvPr>
        </p:nvSpPr>
        <p:spPr>
          <a:xfrm>
            <a:off x="523875" y="0"/>
            <a:ext cx="8620125" cy="1462088"/>
          </a:xfrm>
        </p:spPr>
        <p:txBody>
          <a:bodyPr/>
          <a:lstStyle/>
          <a:p>
            <a:r>
              <a:rPr lang="es-ES_tradnl" sz="3800" smtClean="0"/>
              <a:t>4. COMPARTIR RECURSOS EN LOS EQUIPOS CLIENTES DE UN DOMINIO</a:t>
            </a:r>
            <a:endParaRPr lang="es-ES" sz="3800" smtClean="0"/>
          </a:p>
        </p:txBody>
      </p:sp>
      <p:sp>
        <p:nvSpPr>
          <p:cNvPr id="31747" name="2 Marcador de texto"/>
          <p:cNvSpPr>
            <a:spLocks noGrp="1"/>
          </p:cNvSpPr>
          <p:nvPr>
            <p:ph type="body" sz="half" idx="1"/>
          </p:nvPr>
        </p:nvSpPr>
        <p:spPr>
          <a:xfrm>
            <a:off x="0" y="1857364"/>
            <a:ext cx="9144000" cy="4114800"/>
          </a:xfrm>
        </p:spPr>
        <p:txBody>
          <a:bodyPr/>
          <a:lstStyle/>
          <a:p>
            <a:pPr lvl="1"/>
            <a:r>
              <a:rPr lang="es-ES_tradnl" dirty="0" smtClean="0"/>
              <a:t>Entramos en el ordenador cliente con el usuario Administrador de dominio.</a:t>
            </a:r>
          </a:p>
          <a:p>
            <a:pPr lvl="1"/>
            <a:r>
              <a:rPr lang="es-ES_tradnl" dirty="0" smtClean="0"/>
              <a:t>Nos colocamos encima de la carpeta que queramos compartir y pulsamos sobre el </a:t>
            </a:r>
            <a:r>
              <a:rPr lang="es-ES_tradnl" i="1" dirty="0" smtClean="0"/>
              <a:t>botón derecho + Compartir </a:t>
            </a:r>
            <a:r>
              <a:rPr lang="es-ES_tradnl" i="1" dirty="0" smtClean="0"/>
              <a:t>con + usuarios específicos</a:t>
            </a:r>
            <a:endParaRPr lang="es-ES" i="1" dirty="0" smtClean="0"/>
          </a:p>
        </p:txBody>
      </p:sp>
      <p:pic>
        <p:nvPicPr>
          <p:cNvPr id="31750" name="Picture 6"/>
          <p:cNvPicPr>
            <a:picLocks noGrp="1" noChangeAspect="1" noChangeArrowheads="1"/>
          </p:cNvPicPr>
          <p:nvPr>
            <p:ph sz="half" idx="2"/>
          </p:nvPr>
        </p:nvPicPr>
        <p:blipFill>
          <a:blip r:embed="rId2"/>
          <a:srcRect/>
          <a:stretch>
            <a:fillRect/>
          </a:stretch>
        </p:blipFill>
        <p:spPr bwMode="auto">
          <a:xfrm>
            <a:off x="1657350" y="4143375"/>
            <a:ext cx="5972175" cy="27146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1 Título"/>
          <p:cNvSpPr>
            <a:spLocks noGrp="1"/>
          </p:cNvSpPr>
          <p:nvPr>
            <p:ph type="title"/>
          </p:nvPr>
        </p:nvSpPr>
        <p:spPr>
          <a:xfrm>
            <a:off x="684213" y="0"/>
            <a:ext cx="8459787" cy="1462088"/>
          </a:xfrm>
        </p:spPr>
        <p:txBody>
          <a:bodyPr/>
          <a:lstStyle/>
          <a:p>
            <a:r>
              <a:rPr lang="es-ES_tradnl" sz="3800" smtClean="0"/>
              <a:t>4. COMPARTIR RECURSOS EN LOS EQUIPOS CLIENTES DE UN DOMINIO</a:t>
            </a:r>
            <a:endParaRPr lang="es-ES" sz="3800" smtClean="0"/>
          </a:p>
        </p:txBody>
      </p:sp>
      <p:sp>
        <p:nvSpPr>
          <p:cNvPr id="32771" name="2 Marcador de texto"/>
          <p:cNvSpPr>
            <a:spLocks noGrp="1"/>
          </p:cNvSpPr>
          <p:nvPr>
            <p:ph type="body" sz="half" idx="1"/>
          </p:nvPr>
        </p:nvSpPr>
        <p:spPr>
          <a:xfrm>
            <a:off x="250825" y="1916113"/>
            <a:ext cx="8750331" cy="4114800"/>
          </a:xfrm>
        </p:spPr>
        <p:txBody>
          <a:bodyPr/>
          <a:lstStyle/>
          <a:p>
            <a:r>
              <a:rPr lang="es-ES_tradnl" dirty="0" smtClean="0"/>
              <a:t>Desplegamos la lista y pulsamos en Buscar personas.</a:t>
            </a:r>
            <a:endParaRPr lang="es-ES_tradnl" dirty="0" smtClean="0"/>
          </a:p>
          <a:p>
            <a:r>
              <a:rPr lang="es-ES_tradnl" dirty="0" smtClean="0"/>
              <a:t>Pulsamos </a:t>
            </a:r>
            <a:r>
              <a:rPr lang="es-ES_tradnl" dirty="0" smtClean="0"/>
              <a:t>sobre el botón </a:t>
            </a:r>
            <a:r>
              <a:rPr lang="es-ES_tradnl" i="1" dirty="0" smtClean="0"/>
              <a:t>Ubicaciones</a:t>
            </a:r>
            <a:endParaRPr lang="es-ES" i="1" dirty="0" smtClean="0"/>
          </a:p>
        </p:txBody>
      </p:sp>
      <p:pic>
        <p:nvPicPr>
          <p:cNvPr id="32773" name="Picture 5"/>
          <p:cNvPicPr>
            <a:picLocks noGrp="1" noChangeAspect="1" noChangeArrowheads="1"/>
          </p:cNvPicPr>
          <p:nvPr>
            <p:ph sz="half" idx="2"/>
          </p:nvPr>
        </p:nvPicPr>
        <p:blipFill>
          <a:blip r:embed="rId2"/>
          <a:srcRect/>
          <a:stretch>
            <a:fillRect/>
          </a:stretch>
        </p:blipFill>
        <p:spPr bwMode="auto">
          <a:xfrm>
            <a:off x="500034" y="3714752"/>
            <a:ext cx="4495832" cy="2428892"/>
          </a:xfrm>
          <a:prstGeom prst="rect">
            <a:avLst/>
          </a:prstGeom>
          <a:noFill/>
          <a:ln w="9525">
            <a:noFill/>
            <a:miter lim="800000"/>
            <a:headEnd/>
            <a:tailEnd/>
          </a:ln>
          <a:effectLst/>
        </p:spPr>
      </p:pic>
      <p:pic>
        <p:nvPicPr>
          <p:cNvPr id="32774" name="Picture 6"/>
          <p:cNvPicPr>
            <a:picLocks noChangeAspect="1" noChangeArrowheads="1"/>
          </p:cNvPicPr>
          <p:nvPr/>
        </p:nvPicPr>
        <p:blipFill>
          <a:blip r:embed="rId3"/>
          <a:srcRect/>
          <a:stretch>
            <a:fillRect/>
          </a:stretch>
        </p:blipFill>
        <p:spPr bwMode="auto">
          <a:xfrm>
            <a:off x="5286380" y="3786190"/>
            <a:ext cx="3477663" cy="235745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1 Título"/>
          <p:cNvSpPr>
            <a:spLocks noGrp="1"/>
          </p:cNvSpPr>
          <p:nvPr>
            <p:ph type="title"/>
          </p:nvPr>
        </p:nvSpPr>
        <p:spPr>
          <a:xfrm>
            <a:off x="323850" y="214313"/>
            <a:ext cx="8620125" cy="1462087"/>
          </a:xfrm>
        </p:spPr>
        <p:txBody>
          <a:bodyPr/>
          <a:lstStyle/>
          <a:p>
            <a:r>
              <a:rPr lang="es-ES_tradnl" sz="3800" smtClean="0"/>
              <a:t>4. COMPARTIR RECURSOS EN LOS EQUIPOS CLIENTES DE UN DOMINIO</a:t>
            </a:r>
            <a:endParaRPr lang="es-ES" sz="3800" smtClean="0"/>
          </a:p>
        </p:txBody>
      </p:sp>
      <p:sp>
        <p:nvSpPr>
          <p:cNvPr id="33795" name="2 Marcador de texto"/>
          <p:cNvSpPr>
            <a:spLocks noGrp="1"/>
          </p:cNvSpPr>
          <p:nvPr>
            <p:ph type="body" sz="half" idx="1"/>
          </p:nvPr>
        </p:nvSpPr>
        <p:spPr>
          <a:xfrm>
            <a:off x="539750" y="2017713"/>
            <a:ext cx="4452938" cy="4114800"/>
          </a:xfrm>
        </p:spPr>
        <p:txBody>
          <a:bodyPr/>
          <a:lstStyle/>
          <a:p>
            <a:pPr>
              <a:buFont typeface="Wingdings" pitchFamily="2" charset="2"/>
              <a:buNone/>
              <a:defRPr/>
            </a:pPr>
            <a:r>
              <a:rPr lang="es-ES_tradnl" dirty="0" smtClean="0"/>
              <a:t>Si seleccionamos:</a:t>
            </a:r>
          </a:p>
          <a:p>
            <a:pPr>
              <a:defRPr/>
            </a:pPr>
            <a:r>
              <a:rPr lang="es-ES_tradnl" u="sng" dirty="0" smtClean="0">
                <a:effectLst>
                  <a:outerShdw blurRad="38100" dist="38100" dir="2700000" algn="tl">
                    <a:srgbClr val="000000">
                      <a:alpha val="43137"/>
                    </a:srgbClr>
                  </a:outerShdw>
                </a:effectLst>
              </a:rPr>
              <a:t>Cliente</a:t>
            </a:r>
            <a:r>
              <a:rPr lang="es-ES_tradnl" dirty="0" smtClean="0"/>
              <a:t>: los usuarios locales con los que queremos compartir.</a:t>
            </a:r>
          </a:p>
          <a:p>
            <a:pPr>
              <a:defRPr/>
            </a:pPr>
            <a:r>
              <a:rPr lang="es-ES_tradnl" u="sng" dirty="0" smtClean="0">
                <a:effectLst>
                  <a:outerShdw blurRad="38100" dist="38100" dir="2700000" algn="tl">
                    <a:srgbClr val="000000">
                      <a:alpha val="43137"/>
                    </a:srgbClr>
                  </a:outerShdw>
                </a:effectLst>
              </a:rPr>
              <a:t>Dominio</a:t>
            </a:r>
            <a:r>
              <a:rPr lang="es-ES_tradnl" dirty="0" smtClean="0"/>
              <a:t>: los usuarios globales con los que queremos compartir.</a:t>
            </a:r>
          </a:p>
          <a:p>
            <a:pPr>
              <a:defRPr/>
            </a:pPr>
            <a:endParaRPr lang="es-ES" dirty="0" smtClean="0"/>
          </a:p>
          <a:p>
            <a:pPr>
              <a:defRPr/>
            </a:pPr>
            <a:endParaRPr lang="es-ES_tradnl" dirty="0" smtClean="0"/>
          </a:p>
        </p:txBody>
      </p:sp>
      <p:pic>
        <p:nvPicPr>
          <p:cNvPr id="5" name="Picture 6"/>
          <p:cNvPicPr>
            <a:picLocks noChangeAspect="1" noChangeArrowheads="1"/>
          </p:cNvPicPr>
          <p:nvPr/>
        </p:nvPicPr>
        <p:blipFill>
          <a:blip r:embed="rId3"/>
          <a:srcRect/>
          <a:stretch>
            <a:fillRect/>
          </a:stretch>
        </p:blipFill>
        <p:spPr bwMode="auto">
          <a:xfrm>
            <a:off x="5072066" y="2285992"/>
            <a:ext cx="3834853" cy="3714776"/>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1 Título"/>
          <p:cNvSpPr>
            <a:spLocks noGrp="1"/>
          </p:cNvSpPr>
          <p:nvPr>
            <p:ph type="title"/>
          </p:nvPr>
        </p:nvSpPr>
        <p:spPr>
          <a:xfrm>
            <a:off x="611188" y="0"/>
            <a:ext cx="8332787" cy="1462088"/>
          </a:xfrm>
        </p:spPr>
        <p:txBody>
          <a:bodyPr/>
          <a:lstStyle/>
          <a:p>
            <a:r>
              <a:rPr lang="es-ES_tradnl" sz="3800" smtClean="0"/>
              <a:t>5. CONFIGURACIÓN DE IMPRESORAS COMPARTIDAS EN RED</a:t>
            </a:r>
            <a:endParaRPr lang="es-ES" sz="3800" smtClean="0"/>
          </a:p>
        </p:txBody>
      </p:sp>
      <p:sp>
        <p:nvSpPr>
          <p:cNvPr id="34819" name="2 Marcador de texto"/>
          <p:cNvSpPr>
            <a:spLocks noGrp="1"/>
          </p:cNvSpPr>
          <p:nvPr>
            <p:ph type="body" sz="half" idx="1"/>
          </p:nvPr>
        </p:nvSpPr>
        <p:spPr>
          <a:xfrm>
            <a:off x="323850" y="1844675"/>
            <a:ext cx="8496300" cy="4114800"/>
          </a:xfrm>
        </p:spPr>
        <p:txBody>
          <a:bodyPr/>
          <a:lstStyle/>
          <a:p>
            <a:r>
              <a:rPr lang="es-ES_tradnl" smtClean="0"/>
              <a:t>Los sistemas de impresión basados en red, tienen tres elementos diferenciados:</a:t>
            </a:r>
          </a:p>
        </p:txBody>
      </p:sp>
      <p:sp>
        <p:nvSpPr>
          <p:cNvPr id="5" name="2 Marcador de texto"/>
          <p:cNvSpPr txBox="1">
            <a:spLocks/>
          </p:cNvSpPr>
          <p:nvPr/>
        </p:nvSpPr>
        <p:spPr bwMode="auto">
          <a:xfrm>
            <a:off x="179388" y="2743200"/>
            <a:ext cx="5184775" cy="4114800"/>
          </a:xfrm>
          <a:prstGeom prst="rect">
            <a:avLst/>
          </a:prstGeom>
          <a:noFill/>
          <a:ln w="9525">
            <a:noFill/>
            <a:miter lim="800000"/>
            <a:headEnd/>
            <a:tailEnd/>
          </a:ln>
        </p:spPr>
        <p:txBody>
          <a:bodyPr/>
          <a:lstStyle/>
          <a:p>
            <a:pPr marL="742950" lvl="1" indent="-285750" eaLnBrk="0" hangingPunct="0">
              <a:spcBef>
                <a:spcPct val="20000"/>
              </a:spcBef>
              <a:buClr>
                <a:schemeClr val="hlink"/>
              </a:buClr>
              <a:buSzPct val="55000"/>
              <a:buFont typeface="Wingdings" pitchFamily="2" charset="2"/>
              <a:buChar char="n"/>
              <a:defRPr/>
            </a:pPr>
            <a:r>
              <a:rPr lang="es-ES_tradnl" sz="2800" kern="0" dirty="0">
                <a:latin typeface="+mn-lt"/>
              </a:rPr>
              <a:t>Impresora.</a:t>
            </a:r>
          </a:p>
          <a:p>
            <a:pPr marL="742950" lvl="1" indent="-285750" eaLnBrk="0" hangingPunct="0">
              <a:spcBef>
                <a:spcPct val="20000"/>
              </a:spcBef>
              <a:buClr>
                <a:schemeClr val="hlink"/>
              </a:buClr>
              <a:buSzPct val="55000"/>
              <a:buFont typeface="Wingdings" pitchFamily="2" charset="2"/>
              <a:buChar char="n"/>
              <a:defRPr/>
            </a:pPr>
            <a:r>
              <a:rPr lang="es-ES_tradnl" sz="2800" kern="0" dirty="0">
                <a:latin typeface="+mn-lt"/>
              </a:rPr>
              <a:t>Cola de impresión. Archivo en el que se almacenan los trabajos a imprimir.</a:t>
            </a:r>
          </a:p>
          <a:p>
            <a:pPr marL="742950" lvl="1" indent="-285750" eaLnBrk="0" hangingPunct="0">
              <a:spcBef>
                <a:spcPct val="20000"/>
              </a:spcBef>
              <a:buClr>
                <a:schemeClr val="hlink"/>
              </a:buClr>
              <a:buSzPct val="55000"/>
              <a:buFont typeface="Wingdings" pitchFamily="2" charset="2"/>
              <a:buChar char="n"/>
              <a:defRPr/>
            </a:pPr>
            <a:r>
              <a:rPr lang="es-ES_tradnl" sz="2800" kern="0" dirty="0">
                <a:latin typeface="+mn-lt"/>
              </a:rPr>
              <a:t>Servidor de impresión: Ordenador conectado a la impresora que solicita los trabajos a la cola para ser impresos.</a:t>
            </a:r>
            <a:endParaRPr lang="es-ES" sz="2800" kern="0" dirty="0">
              <a:latin typeface="+mn-lt"/>
            </a:endParaRPr>
          </a:p>
        </p:txBody>
      </p:sp>
      <p:pic>
        <p:nvPicPr>
          <p:cNvPr id="34821" name="6 Imagen" descr="ps-printing-ms-print-server.png"/>
          <p:cNvPicPr>
            <a:picLocks noChangeAspect="1"/>
          </p:cNvPicPr>
          <p:nvPr/>
        </p:nvPicPr>
        <p:blipFill>
          <a:blip r:embed="rId2"/>
          <a:srcRect/>
          <a:stretch>
            <a:fillRect/>
          </a:stretch>
        </p:blipFill>
        <p:spPr bwMode="auto">
          <a:xfrm>
            <a:off x="5292725" y="3068638"/>
            <a:ext cx="3695700" cy="34559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739775" y="0"/>
            <a:ext cx="8404225" cy="1462088"/>
          </a:xfrm>
        </p:spPr>
        <p:txBody>
          <a:bodyPr/>
          <a:lstStyle/>
          <a:p>
            <a:r>
              <a:rPr lang="es-ES_tradnl" smtClean="0"/>
              <a:t>5.1 AGREGAR UNA IMPRESORA</a:t>
            </a:r>
            <a:endParaRPr lang="es-ES" smtClean="0"/>
          </a:p>
        </p:txBody>
      </p:sp>
      <p:sp>
        <p:nvSpPr>
          <p:cNvPr id="35843" name="2 Marcador de texto"/>
          <p:cNvSpPr>
            <a:spLocks noGrp="1"/>
          </p:cNvSpPr>
          <p:nvPr>
            <p:ph type="body" sz="half" idx="1"/>
          </p:nvPr>
        </p:nvSpPr>
        <p:spPr>
          <a:xfrm>
            <a:off x="250825" y="2017713"/>
            <a:ext cx="4897438" cy="4114800"/>
          </a:xfrm>
        </p:spPr>
        <p:txBody>
          <a:bodyPr/>
          <a:lstStyle/>
          <a:p>
            <a:r>
              <a:rPr lang="es-ES_tradnl" smtClean="0"/>
              <a:t>En el servidor, nos validamos como administrador y agregamos una impresora local como hacíamos en otros Windows.</a:t>
            </a:r>
            <a:endParaRPr lang="es-ES" smtClean="0"/>
          </a:p>
        </p:txBody>
      </p:sp>
      <p:pic>
        <p:nvPicPr>
          <p:cNvPr id="35844" name="Picture 2"/>
          <p:cNvPicPr>
            <a:picLocks noGrp="1" noChangeAspect="1" noChangeArrowheads="1"/>
          </p:cNvPicPr>
          <p:nvPr>
            <p:ph sz="half" idx="2"/>
          </p:nvPr>
        </p:nvPicPr>
        <p:blipFill>
          <a:blip r:embed="rId2"/>
          <a:srcRect/>
          <a:stretch>
            <a:fillRect/>
          </a:stretch>
        </p:blipFill>
        <p:spPr>
          <a:xfrm>
            <a:off x="5076825" y="1989138"/>
            <a:ext cx="3810000" cy="3384550"/>
          </a:xfrm>
          <a:noFill/>
        </p:spPr>
      </p:pic>
      <p:pic>
        <p:nvPicPr>
          <p:cNvPr id="35845" name="Picture 3"/>
          <p:cNvPicPr>
            <a:picLocks noChangeAspect="1" noChangeArrowheads="1"/>
          </p:cNvPicPr>
          <p:nvPr/>
        </p:nvPicPr>
        <p:blipFill>
          <a:blip r:embed="rId3"/>
          <a:srcRect/>
          <a:stretch>
            <a:fillRect/>
          </a:stretch>
        </p:blipFill>
        <p:spPr bwMode="auto">
          <a:xfrm>
            <a:off x="3635375" y="5300663"/>
            <a:ext cx="1257300" cy="126047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1 Título"/>
          <p:cNvSpPr>
            <a:spLocks noGrp="1"/>
          </p:cNvSpPr>
          <p:nvPr>
            <p:ph type="title"/>
          </p:nvPr>
        </p:nvSpPr>
        <p:spPr>
          <a:xfrm>
            <a:off x="684213" y="214313"/>
            <a:ext cx="8259762" cy="1462087"/>
          </a:xfrm>
        </p:spPr>
        <p:txBody>
          <a:bodyPr/>
          <a:lstStyle/>
          <a:p>
            <a:r>
              <a:rPr lang="es-ES_tradnl" smtClean="0"/>
              <a:t>5.2 PROPIEDADES IMPRESORA</a:t>
            </a:r>
            <a:endParaRPr lang="es-ES" smtClean="0"/>
          </a:p>
        </p:txBody>
      </p:sp>
      <p:sp>
        <p:nvSpPr>
          <p:cNvPr id="36867" name="2 Marcador de texto"/>
          <p:cNvSpPr>
            <a:spLocks noGrp="1"/>
          </p:cNvSpPr>
          <p:nvPr>
            <p:ph type="body" sz="half" idx="1"/>
          </p:nvPr>
        </p:nvSpPr>
        <p:spPr>
          <a:xfrm>
            <a:off x="250825" y="1916113"/>
            <a:ext cx="6121400" cy="4332287"/>
          </a:xfrm>
        </p:spPr>
        <p:txBody>
          <a:bodyPr/>
          <a:lstStyle/>
          <a:p>
            <a:pPr>
              <a:defRPr/>
            </a:pPr>
            <a:r>
              <a:rPr lang="es-ES_tradnl" sz="2600" u="sng" dirty="0" smtClean="0">
                <a:effectLst>
                  <a:outerShdw blurRad="38100" dist="38100" dir="2700000" algn="tl">
                    <a:srgbClr val="000000">
                      <a:alpha val="43137"/>
                    </a:srgbClr>
                  </a:outerShdw>
                </a:effectLst>
              </a:rPr>
              <a:t>General</a:t>
            </a:r>
            <a:r>
              <a:rPr lang="es-ES_tradnl" sz="2600" dirty="0" smtClean="0"/>
              <a:t>: Información de la impresora.</a:t>
            </a:r>
          </a:p>
          <a:p>
            <a:pPr>
              <a:defRPr/>
            </a:pPr>
            <a:r>
              <a:rPr lang="es-ES_tradnl" sz="2600" u="sng" dirty="0" smtClean="0">
                <a:effectLst>
                  <a:outerShdw blurRad="38100" dist="38100" dir="2700000" algn="tl">
                    <a:srgbClr val="000000">
                      <a:alpha val="43137"/>
                    </a:srgbClr>
                  </a:outerShdw>
                </a:effectLst>
              </a:rPr>
              <a:t>Compartir</a:t>
            </a:r>
            <a:r>
              <a:rPr lang="es-ES_tradnl" sz="2600" dirty="0" smtClean="0"/>
              <a:t>: Nombre con el que compartimos la impresora.</a:t>
            </a:r>
          </a:p>
          <a:p>
            <a:pPr>
              <a:defRPr/>
            </a:pPr>
            <a:r>
              <a:rPr lang="es-ES_tradnl" sz="2400" u="sng" dirty="0" smtClean="0">
                <a:effectLst>
                  <a:outerShdw blurRad="38100" dist="38100" dir="2700000" algn="tl">
                    <a:srgbClr val="000000">
                      <a:alpha val="43137"/>
                    </a:srgbClr>
                  </a:outerShdw>
                </a:effectLst>
              </a:rPr>
              <a:t>Puertos</a:t>
            </a:r>
            <a:r>
              <a:rPr lang="es-ES_tradnl" sz="2400" dirty="0" smtClean="0"/>
              <a:t>: Comunicación del equipo con la impresora.</a:t>
            </a:r>
          </a:p>
        </p:txBody>
      </p:sp>
      <p:pic>
        <p:nvPicPr>
          <p:cNvPr id="36868" name="Picture 5"/>
          <p:cNvPicPr>
            <a:picLocks noGrp="1" noChangeAspect="1" noChangeArrowheads="1"/>
          </p:cNvPicPr>
          <p:nvPr>
            <p:ph sz="half" idx="2"/>
          </p:nvPr>
        </p:nvPicPr>
        <p:blipFill>
          <a:blip r:embed="rId2"/>
          <a:srcRect/>
          <a:stretch>
            <a:fillRect/>
          </a:stretch>
        </p:blipFill>
        <p:spPr>
          <a:xfrm>
            <a:off x="6372225" y="1844675"/>
            <a:ext cx="2479675" cy="2160588"/>
          </a:xfrm>
          <a:noFill/>
        </p:spPr>
      </p:pic>
      <p:sp>
        <p:nvSpPr>
          <p:cNvPr id="5" name="2 Marcador de texto"/>
          <p:cNvSpPr txBox="1">
            <a:spLocks/>
          </p:cNvSpPr>
          <p:nvPr/>
        </p:nvSpPr>
        <p:spPr bwMode="auto">
          <a:xfrm>
            <a:off x="250825" y="4121150"/>
            <a:ext cx="8713788" cy="2736850"/>
          </a:xfrm>
          <a:prstGeom prst="rect">
            <a:avLst/>
          </a:prstGeom>
          <a:noFill/>
          <a:ln w="9525">
            <a:noFill/>
            <a:miter lim="800000"/>
            <a:headEnd/>
            <a:tailEnd/>
          </a:ln>
        </p:spPr>
        <p:txBody>
          <a:bodyPr/>
          <a:lstStyle/>
          <a:p>
            <a:pPr marL="342900" indent="-342900" eaLnBrk="0" hangingPunct="0">
              <a:spcBef>
                <a:spcPct val="20000"/>
              </a:spcBef>
              <a:buClr>
                <a:schemeClr val="folHlink"/>
              </a:buClr>
              <a:buSzPct val="60000"/>
              <a:buFont typeface="Wingdings" pitchFamily="2" charset="2"/>
              <a:buChar char="n"/>
              <a:defRPr/>
            </a:pPr>
            <a:r>
              <a:rPr lang="es-ES_tradnl" sz="2600" u="sng" kern="0" dirty="0">
                <a:effectLst>
                  <a:outerShdw blurRad="38100" dist="38100" dir="2700000" algn="tl">
                    <a:srgbClr val="000000">
                      <a:alpha val="43137"/>
                    </a:srgbClr>
                  </a:outerShdw>
                </a:effectLst>
                <a:latin typeface="+mn-lt"/>
                <a:cs typeface="+mn-cs"/>
              </a:rPr>
              <a:t>Opciones avanzadas</a:t>
            </a:r>
            <a:r>
              <a:rPr lang="es-ES_tradnl" sz="2600" kern="0" dirty="0">
                <a:latin typeface="+mn-lt"/>
                <a:cs typeface="+mn-cs"/>
              </a:rPr>
              <a:t>: Tipo de impresora y gestión de la cola de impresión de trabajos.</a:t>
            </a:r>
          </a:p>
          <a:p>
            <a:pPr marL="342900" indent="-342900" eaLnBrk="0" hangingPunct="0">
              <a:spcBef>
                <a:spcPct val="20000"/>
              </a:spcBef>
              <a:buClr>
                <a:schemeClr val="folHlink"/>
              </a:buClr>
              <a:buSzPct val="60000"/>
              <a:buFont typeface="Wingdings" pitchFamily="2" charset="2"/>
              <a:buChar char="n"/>
              <a:defRPr/>
            </a:pPr>
            <a:r>
              <a:rPr lang="es-ES_tradnl" sz="2600" u="sng" kern="0" dirty="0">
                <a:effectLst>
                  <a:outerShdw blurRad="38100" dist="38100" dir="2700000" algn="tl">
                    <a:srgbClr val="000000">
                      <a:alpha val="43137"/>
                    </a:srgbClr>
                  </a:outerShdw>
                </a:effectLst>
                <a:latin typeface="+mn-lt"/>
                <a:cs typeface="+mn-cs"/>
              </a:rPr>
              <a:t>Administración de color</a:t>
            </a:r>
            <a:r>
              <a:rPr lang="es-ES_tradnl" sz="2600" kern="0" dirty="0">
                <a:latin typeface="+mn-lt"/>
                <a:cs typeface="+mn-cs"/>
              </a:rPr>
              <a:t>: Configuración para que los tonos sean más reales.</a:t>
            </a:r>
          </a:p>
          <a:p>
            <a:pPr marL="342900" indent="-342900" eaLnBrk="0" hangingPunct="0">
              <a:spcBef>
                <a:spcPct val="20000"/>
              </a:spcBef>
              <a:buClr>
                <a:schemeClr val="folHlink"/>
              </a:buClr>
              <a:buSzPct val="60000"/>
              <a:buFont typeface="Wingdings" pitchFamily="2" charset="2"/>
              <a:buChar char="n"/>
              <a:defRPr/>
            </a:pPr>
            <a:r>
              <a:rPr lang="es-ES_tradnl" sz="2600" u="sng" kern="0" dirty="0">
                <a:effectLst>
                  <a:outerShdw blurRad="38100" dist="38100" dir="2700000" algn="tl">
                    <a:srgbClr val="000000">
                      <a:alpha val="43137"/>
                    </a:srgbClr>
                  </a:outerShdw>
                </a:effectLst>
                <a:latin typeface="+mn-lt"/>
                <a:cs typeface="+mn-cs"/>
              </a:rPr>
              <a:t>Seguridad</a:t>
            </a:r>
            <a:r>
              <a:rPr lang="es-ES_tradnl" sz="2600" kern="0" dirty="0">
                <a:latin typeface="+mn-lt"/>
                <a:cs typeface="+mn-cs"/>
              </a:rPr>
              <a:t>: Qué usuarios, grupos y objetos del dominio pueden usar la impresora.</a:t>
            </a:r>
          </a:p>
          <a:p>
            <a:pPr marL="342900" indent="-342900" eaLnBrk="0" hangingPunct="0">
              <a:spcBef>
                <a:spcPct val="20000"/>
              </a:spcBef>
              <a:buClr>
                <a:schemeClr val="folHlink"/>
              </a:buClr>
              <a:buSzPct val="60000"/>
              <a:buFont typeface="Wingdings" pitchFamily="2" charset="2"/>
              <a:buChar char="n"/>
              <a:defRPr/>
            </a:pPr>
            <a:endParaRPr lang="es-ES" sz="3000" kern="0" dirty="0">
              <a:latin typeface="+mn-lt"/>
              <a:cs typeface="+mn-cs"/>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1 Título"/>
          <p:cNvSpPr>
            <a:spLocks noGrp="1"/>
          </p:cNvSpPr>
          <p:nvPr>
            <p:ph type="title"/>
          </p:nvPr>
        </p:nvSpPr>
        <p:spPr>
          <a:xfrm>
            <a:off x="179388" y="-242888"/>
            <a:ext cx="8729662" cy="1462088"/>
          </a:xfrm>
        </p:spPr>
        <p:txBody>
          <a:bodyPr/>
          <a:lstStyle/>
          <a:p>
            <a:r>
              <a:rPr lang="es-ES_tradnl" smtClean="0"/>
              <a:t>5.3 PERMISOS DE LA IMPRESORA</a:t>
            </a:r>
            <a:endParaRPr lang="es-ES" smtClean="0"/>
          </a:p>
        </p:txBody>
      </p:sp>
      <p:pic>
        <p:nvPicPr>
          <p:cNvPr id="37891" name="Picture 2"/>
          <p:cNvPicPr>
            <a:picLocks noGrp="1" noChangeAspect="1" noChangeArrowheads="1"/>
          </p:cNvPicPr>
          <p:nvPr>
            <p:ph sz="half" idx="2"/>
          </p:nvPr>
        </p:nvPicPr>
        <p:blipFill>
          <a:blip r:embed="rId2"/>
          <a:srcRect/>
          <a:stretch>
            <a:fillRect/>
          </a:stretch>
        </p:blipFill>
        <p:spPr>
          <a:xfrm>
            <a:off x="250825" y="1773238"/>
            <a:ext cx="8642350" cy="4824412"/>
          </a:xfr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1 Título"/>
          <p:cNvSpPr>
            <a:spLocks noGrp="1"/>
          </p:cNvSpPr>
          <p:nvPr>
            <p:ph type="title"/>
          </p:nvPr>
        </p:nvSpPr>
        <p:spPr>
          <a:xfrm>
            <a:off x="755650" y="260350"/>
            <a:ext cx="8640763" cy="1462088"/>
          </a:xfrm>
        </p:spPr>
        <p:txBody>
          <a:bodyPr/>
          <a:lstStyle/>
          <a:p>
            <a:r>
              <a:rPr lang="es-ES_tradnl" smtClean="0"/>
              <a:t>5.4 ÁMBITO DE LOS GRUPOS SOBRE LAS IMPRESORAS</a:t>
            </a:r>
            <a:endParaRPr lang="es-ES" smtClean="0"/>
          </a:p>
        </p:txBody>
      </p:sp>
      <p:graphicFrame>
        <p:nvGraphicFramePr>
          <p:cNvPr id="5" name="4 Marcador de contenido"/>
          <p:cNvGraphicFramePr>
            <a:graphicFrameLocks noGrp="1"/>
          </p:cNvGraphicFramePr>
          <p:nvPr>
            <p:ph sz="half" idx="2"/>
          </p:nvPr>
        </p:nvGraphicFramePr>
        <p:xfrm>
          <a:off x="468313" y="2017713"/>
          <a:ext cx="8486776" cy="4462544"/>
        </p:xfrm>
        <a:graphic>
          <a:graphicData uri="http://schemas.openxmlformats.org/drawingml/2006/table">
            <a:tbl>
              <a:tblPr firstRow="1" bandRow="1">
                <a:tableStyleId>{21E4AEA4-8DFA-4A89-87EB-49C32662AFE0}</a:tableStyleId>
              </a:tblPr>
              <a:tblGrid>
                <a:gridCol w="4243388"/>
                <a:gridCol w="4243388"/>
              </a:tblGrid>
              <a:tr h="887038">
                <a:tc>
                  <a:txBody>
                    <a:bodyPr/>
                    <a:lstStyle/>
                    <a:p>
                      <a:pPr algn="ctr"/>
                      <a:r>
                        <a:rPr lang="es-ES_tradnl" sz="1800" b="1" dirty="0" smtClean="0"/>
                        <a:t>Grupos</a:t>
                      </a:r>
                      <a:endParaRPr lang="es-ES" sz="1800" b="1" dirty="0"/>
                    </a:p>
                  </a:txBody>
                  <a:tcPr marL="91432" marR="91432" marT="45716" marB="45716"/>
                </a:tc>
                <a:tc>
                  <a:txBody>
                    <a:bodyPr/>
                    <a:lstStyle/>
                    <a:p>
                      <a:pPr algn="ctr"/>
                      <a:r>
                        <a:rPr lang="es-ES_tradnl" sz="1800" b="1" dirty="0" smtClean="0"/>
                        <a:t>Pueden administrar impresoras</a:t>
                      </a:r>
                      <a:endParaRPr lang="es-ES" sz="1800" b="1" dirty="0"/>
                    </a:p>
                  </a:txBody>
                  <a:tcPr marL="91432" marR="91432" marT="45716" marB="45716"/>
                </a:tc>
              </a:tr>
              <a:tr h="914310">
                <a:tc>
                  <a:txBody>
                    <a:bodyPr/>
                    <a:lstStyle/>
                    <a:p>
                      <a:r>
                        <a:rPr lang="es-ES_tradnl" sz="1800" dirty="0" smtClean="0"/>
                        <a:t>Administradores</a:t>
                      </a:r>
                      <a:endParaRPr lang="es-ES" sz="1800" dirty="0"/>
                    </a:p>
                  </a:txBody>
                  <a:tcPr marL="91432" marR="91432" marT="45716" marB="45716"/>
                </a:tc>
                <a:tc>
                  <a:txBody>
                    <a:bodyPr/>
                    <a:lstStyle/>
                    <a:p>
                      <a:r>
                        <a:rPr lang="es-ES_tradnl" sz="1800" dirty="0" smtClean="0"/>
                        <a:t>En cualquier equipo del dominio que ejecute</a:t>
                      </a:r>
                      <a:r>
                        <a:rPr lang="es-ES_tradnl" sz="1800" baseline="0" dirty="0" smtClean="0"/>
                        <a:t> Windows 2000/2003/2008 Server o XP/Vista</a:t>
                      </a:r>
                      <a:endParaRPr lang="es-ES" sz="1800" dirty="0"/>
                    </a:p>
                  </a:txBody>
                  <a:tcPr marL="91432" marR="91432" marT="45716" marB="45716"/>
                </a:tc>
              </a:tr>
              <a:tr h="887038">
                <a:tc>
                  <a:txBody>
                    <a:bodyPr/>
                    <a:lstStyle/>
                    <a:p>
                      <a:r>
                        <a:rPr lang="es-ES_tradnl" sz="1800" dirty="0" smtClean="0"/>
                        <a:t>Operadores de impresión</a:t>
                      </a:r>
                      <a:endParaRPr lang="es-ES" sz="1800" dirty="0"/>
                    </a:p>
                  </a:txBody>
                  <a:tcPr marL="91432" marR="91432" marT="45716" marB="45716"/>
                </a:tc>
                <a:tc>
                  <a:txBody>
                    <a:bodyPr/>
                    <a:lstStyle/>
                    <a:p>
                      <a:r>
                        <a:rPr lang="es-ES_tradnl" sz="1800" dirty="0" smtClean="0"/>
                        <a:t>En cualquier controlador de dominio</a:t>
                      </a:r>
                      <a:endParaRPr lang="es-ES" sz="1800" dirty="0"/>
                    </a:p>
                  </a:txBody>
                  <a:tcPr marL="91432" marR="91432" marT="45716" marB="45716"/>
                </a:tc>
              </a:tr>
              <a:tr h="887038">
                <a:tc>
                  <a:txBody>
                    <a:bodyPr/>
                    <a:lstStyle/>
                    <a:p>
                      <a:r>
                        <a:rPr lang="es-ES_tradnl" sz="1800" dirty="0" smtClean="0"/>
                        <a:t>Operadores de</a:t>
                      </a:r>
                      <a:r>
                        <a:rPr lang="es-ES_tradnl" sz="1800" baseline="0" dirty="0" smtClean="0"/>
                        <a:t> servidor</a:t>
                      </a:r>
                      <a:endParaRPr lang="es-ES" sz="1800" dirty="0"/>
                    </a:p>
                  </a:txBody>
                  <a:tcPr marL="91432" marR="91432" marT="45716" marB="45716"/>
                </a:tc>
                <a:tc>
                  <a:txBody>
                    <a:bodyPr/>
                    <a:lstStyle/>
                    <a:p>
                      <a:r>
                        <a:rPr lang="es-ES_tradnl" sz="1800" dirty="0" smtClean="0"/>
                        <a:t>En cualquier controlador de dominio</a:t>
                      </a:r>
                      <a:endParaRPr lang="es-ES" sz="1800" dirty="0"/>
                    </a:p>
                  </a:txBody>
                  <a:tcPr marL="91432" marR="91432" marT="45716" marB="45716"/>
                </a:tc>
              </a:tr>
              <a:tr h="887038">
                <a:tc>
                  <a:txBody>
                    <a:bodyPr/>
                    <a:lstStyle/>
                    <a:p>
                      <a:r>
                        <a:rPr lang="es-ES_tradnl" sz="1800" dirty="0" smtClean="0"/>
                        <a:t>Usuarios avanzados</a:t>
                      </a:r>
                      <a:endParaRPr lang="es-ES" sz="1800" dirty="0"/>
                    </a:p>
                  </a:txBody>
                  <a:tcPr marL="91432" marR="91432" marT="45716" marB="45716"/>
                </a:tc>
                <a:tc>
                  <a:txBody>
                    <a:bodyPr/>
                    <a:lstStyle/>
                    <a:p>
                      <a:r>
                        <a:rPr lang="es-ES_tradnl" sz="1800" dirty="0" smtClean="0"/>
                        <a:t>En cualquier equipo local del dominio en el que exista este grupo</a:t>
                      </a:r>
                      <a:endParaRPr lang="es-ES" sz="1800" dirty="0"/>
                    </a:p>
                  </a:txBody>
                  <a:tcPr marL="91432" marR="91432" marT="45716" marB="45716"/>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1 Título"/>
          <p:cNvSpPr>
            <a:spLocks noGrp="1"/>
          </p:cNvSpPr>
          <p:nvPr>
            <p:ph type="title"/>
          </p:nvPr>
        </p:nvSpPr>
        <p:spPr>
          <a:xfrm>
            <a:off x="250825" y="0"/>
            <a:ext cx="8893175" cy="1462088"/>
          </a:xfrm>
        </p:spPr>
        <p:txBody>
          <a:bodyPr/>
          <a:lstStyle/>
          <a:p>
            <a:r>
              <a:rPr lang="es-ES_tradnl" smtClean="0"/>
              <a:t>5.5 CONTROLAR LOS TRABAJOS DE IMPERSIÓN </a:t>
            </a:r>
            <a:endParaRPr lang="es-ES" smtClean="0"/>
          </a:p>
        </p:txBody>
      </p:sp>
      <p:sp>
        <p:nvSpPr>
          <p:cNvPr id="39939" name="2 Marcador de texto"/>
          <p:cNvSpPr>
            <a:spLocks noGrp="1"/>
          </p:cNvSpPr>
          <p:nvPr>
            <p:ph type="body" sz="half" idx="1"/>
          </p:nvPr>
        </p:nvSpPr>
        <p:spPr>
          <a:xfrm>
            <a:off x="0" y="1844675"/>
            <a:ext cx="5651500" cy="4216400"/>
          </a:xfrm>
        </p:spPr>
        <p:txBody>
          <a:bodyPr/>
          <a:lstStyle/>
          <a:p>
            <a:r>
              <a:rPr lang="es-ES_tradnl" sz="2600" smtClean="0"/>
              <a:t>El usuario debe tener el permiso Control Total o Administración de Documentos.</a:t>
            </a:r>
          </a:p>
          <a:p>
            <a:r>
              <a:rPr lang="es-ES_tradnl" sz="2600" smtClean="0"/>
              <a:t>Doble click sobre la impresora y seleccionamos el documento sobre el que queremos realizar la tarea.</a:t>
            </a:r>
          </a:p>
        </p:txBody>
      </p:sp>
      <p:pic>
        <p:nvPicPr>
          <p:cNvPr id="7" name="Picture 6"/>
          <p:cNvPicPr>
            <a:picLocks noGrp="1" noChangeAspect="1" noChangeArrowheads="1"/>
          </p:cNvPicPr>
          <p:nvPr>
            <p:ph sz="half" idx="2"/>
          </p:nvPr>
        </p:nvPicPr>
        <p:blipFill>
          <a:blip r:embed="rId2"/>
          <a:srcRect/>
          <a:stretch>
            <a:fillRect/>
          </a:stretch>
        </p:blipFill>
        <p:spPr>
          <a:xfrm>
            <a:off x="5435600" y="1916113"/>
            <a:ext cx="3492500" cy="1331912"/>
          </a:xfrm>
          <a:noFill/>
        </p:spPr>
      </p:pic>
      <p:pic>
        <p:nvPicPr>
          <p:cNvPr id="8" name="Picture 5"/>
          <p:cNvPicPr>
            <a:picLocks noChangeAspect="1" noChangeArrowheads="1"/>
          </p:cNvPicPr>
          <p:nvPr/>
        </p:nvPicPr>
        <p:blipFill>
          <a:blip r:embed="rId3"/>
          <a:srcRect/>
          <a:stretch>
            <a:fillRect/>
          </a:stretch>
        </p:blipFill>
        <p:spPr bwMode="auto">
          <a:xfrm>
            <a:off x="5508625" y="3644900"/>
            <a:ext cx="3446463" cy="2952750"/>
          </a:xfrm>
          <a:prstGeom prst="rect">
            <a:avLst/>
          </a:prstGeom>
          <a:noFill/>
          <a:ln w="9525">
            <a:noFill/>
            <a:miter lim="800000"/>
            <a:headEnd/>
            <a:tailEnd/>
          </a:ln>
        </p:spPr>
      </p:pic>
      <p:sp>
        <p:nvSpPr>
          <p:cNvPr id="11" name="2 Marcador de texto"/>
          <p:cNvSpPr txBox="1">
            <a:spLocks/>
          </p:cNvSpPr>
          <p:nvPr/>
        </p:nvSpPr>
        <p:spPr bwMode="auto">
          <a:xfrm>
            <a:off x="0" y="4437063"/>
            <a:ext cx="5651500" cy="4216400"/>
          </a:xfrm>
          <a:prstGeom prst="rect">
            <a:avLst/>
          </a:prstGeom>
          <a:noFill/>
          <a:ln w="9525">
            <a:noFill/>
            <a:miter lim="800000"/>
            <a:headEnd/>
            <a:tailEnd/>
          </a:ln>
        </p:spPr>
        <p:txBody>
          <a:bodyPr/>
          <a:lstStyle/>
          <a:p>
            <a:pPr marL="342900" indent="-342900" eaLnBrk="0" hangingPunct="0">
              <a:spcBef>
                <a:spcPct val="20000"/>
              </a:spcBef>
              <a:buClr>
                <a:schemeClr val="folHlink"/>
              </a:buClr>
              <a:buSzPct val="60000"/>
              <a:buFont typeface="Wingdings" pitchFamily="2" charset="2"/>
              <a:buChar char="n"/>
              <a:defRPr/>
            </a:pPr>
            <a:r>
              <a:rPr lang="es-ES_tradnl" sz="2600" i="1" kern="0" dirty="0">
                <a:latin typeface="+mn-lt"/>
                <a:cs typeface="+mn-cs"/>
              </a:rPr>
              <a:t>Documento + Propiedades </a:t>
            </a:r>
            <a:r>
              <a:rPr lang="es-ES_tradnl" sz="2600" kern="0" dirty="0">
                <a:latin typeface="+mn-lt"/>
                <a:cs typeface="+mn-cs"/>
              </a:rPr>
              <a:t>mostrará un cuadro de diálogo. </a:t>
            </a:r>
          </a:p>
          <a:p>
            <a:pPr marL="342900" indent="-342900" eaLnBrk="0" hangingPunct="0">
              <a:spcBef>
                <a:spcPct val="20000"/>
              </a:spcBef>
              <a:buClr>
                <a:schemeClr val="folHlink"/>
              </a:buClr>
              <a:buSzPct val="60000"/>
              <a:buFont typeface="Wingdings" pitchFamily="2" charset="2"/>
              <a:buChar char="n"/>
              <a:defRPr/>
            </a:pPr>
            <a:r>
              <a:rPr lang="es-ES_tradnl" sz="2600" kern="0" dirty="0">
                <a:latin typeface="+mn-lt"/>
                <a:cs typeface="+mn-cs"/>
              </a:rPr>
              <a:t>En la pestaña </a:t>
            </a:r>
            <a:r>
              <a:rPr lang="es-ES_tradnl" sz="2600" i="1" kern="0" dirty="0">
                <a:latin typeface="+mn-lt"/>
                <a:cs typeface="+mn-cs"/>
              </a:rPr>
              <a:t>General</a:t>
            </a:r>
            <a:r>
              <a:rPr lang="es-ES_tradnl" sz="2600" kern="0" dirty="0">
                <a:latin typeface="+mn-lt"/>
                <a:cs typeface="+mn-cs"/>
              </a:rPr>
              <a:t> </a:t>
            </a:r>
            <a:r>
              <a:rPr lang="es-ES_tradnl" sz="2600" kern="0" dirty="0" err="1">
                <a:latin typeface="+mn-lt"/>
                <a:cs typeface="+mn-cs"/>
              </a:rPr>
              <a:t>seleccio-namos</a:t>
            </a:r>
            <a:r>
              <a:rPr lang="es-ES_tradnl" sz="2600" kern="0" dirty="0">
                <a:latin typeface="+mn-lt"/>
                <a:cs typeface="+mn-cs"/>
              </a:rPr>
              <a:t> la opción que nos interese. </a:t>
            </a:r>
            <a:endParaRPr lang="es-ES" sz="2600" kern="0" dirty="0">
              <a:latin typeface="+mn-lt"/>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amond(in)">
                                      <p:cBhvr>
                                        <p:cTn id="12" dur="20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1 Título"/>
          <p:cNvSpPr>
            <a:spLocks noGrp="1"/>
          </p:cNvSpPr>
          <p:nvPr>
            <p:ph type="title"/>
          </p:nvPr>
        </p:nvSpPr>
        <p:spPr>
          <a:xfrm>
            <a:off x="468313" y="214313"/>
            <a:ext cx="8675687" cy="1462087"/>
          </a:xfrm>
        </p:spPr>
        <p:txBody>
          <a:bodyPr/>
          <a:lstStyle/>
          <a:p>
            <a:r>
              <a:rPr lang="es-ES_tradnl" smtClean="0"/>
              <a:t>5.5 CONTROLAR LOS TRABAJOS DE IMPRESIÓN</a:t>
            </a:r>
            <a:endParaRPr lang="es-ES" smtClean="0"/>
          </a:p>
        </p:txBody>
      </p:sp>
      <p:pic>
        <p:nvPicPr>
          <p:cNvPr id="40963" name="Picture 5"/>
          <p:cNvPicPr>
            <a:picLocks noGrp="1" noChangeAspect="1" noChangeArrowheads="1"/>
          </p:cNvPicPr>
          <p:nvPr>
            <p:ph idx="1"/>
          </p:nvPr>
        </p:nvPicPr>
        <p:blipFill>
          <a:blip r:embed="rId2"/>
          <a:srcRect/>
          <a:stretch>
            <a:fillRect/>
          </a:stretch>
        </p:blipFill>
        <p:spPr>
          <a:xfrm>
            <a:off x="179388" y="1916113"/>
            <a:ext cx="8775700" cy="4392612"/>
          </a:xfr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1 Título"/>
          <p:cNvSpPr>
            <a:spLocks noGrp="1"/>
          </p:cNvSpPr>
          <p:nvPr>
            <p:ph type="title"/>
          </p:nvPr>
        </p:nvSpPr>
        <p:spPr>
          <a:xfrm>
            <a:off x="684213" y="188913"/>
            <a:ext cx="8675687" cy="1462087"/>
          </a:xfrm>
        </p:spPr>
        <p:txBody>
          <a:bodyPr/>
          <a:lstStyle/>
          <a:p>
            <a:r>
              <a:rPr lang="es-ES_tradnl" smtClean="0"/>
              <a:t>5.6 COMPARTIR LA IMPRESORA EN EL SERVIDOR</a:t>
            </a:r>
            <a:endParaRPr lang="es-ES" smtClean="0"/>
          </a:p>
        </p:txBody>
      </p:sp>
      <p:sp>
        <p:nvSpPr>
          <p:cNvPr id="43011" name="3 Marcador de texto"/>
          <p:cNvSpPr>
            <a:spLocks noGrp="1"/>
          </p:cNvSpPr>
          <p:nvPr>
            <p:ph type="body" sz="half" idx="1"/>
          </p:nvPr>
        </p:nvSpPr>
        <p:spPr>
          <a:xfrm>
            <a:off x="0" y="1844675"/>
            <a:ext cx="6227763" cy="3671888"/>
          </a:xfrm>
        </p:spPr>
        <p:txBody>
          <a:bodyPr/>
          <a:lstStyle/>
          <a:p>
            <a:pPr>
              <a:defRPr/>
            </a:pPr>
            <a:r>
              <a:rPr lang="es-ES_tradnl" sz="2600" dirty="0" smtClean="0"/>
              <a:t>En el servidor, una vez instalada la impresora, pulsaremos sobre las propiedades de la misma.</a:t>
            </a:r>
          </a:p>
          <a:p>
            <a:pPr>
              <a:defRPr/>
            </a:pPr>
            <a:r>
              <a:rPr lang="es-ES_tradnl" sz="2600" dirty="0" smtClean="0"/>
              <a:t>En la pestaña </a:t>
            </a:r>
            <a:r>
              <a:rPr lang="es-ES_tradnl" sz="2600" i="1" dirty="0" smtClean="0"/>
              <a:t>Compartir</a:t>
            </a:r>
            <a:r>
              <a:rPr lang="es-ES_tradnl" sz="2600" dirty="0" smtClean="0"/>
              <a:t>, marcaremos:</a:t>
            </a:r>
          </a:p>
          <a:p>
            <a:pPr lvl="1">
              <a:defRPr/>
            </a:pPr>
            <a:r>
              <a:rPr lang="es-ES_tradnl" sz="2200" u="sng" dirty="0" smtClean="0">
                <a:effectLst>
                  <a:outerShdw blurRad="38100" dist="38100" dir="2700000" algn="tl">
                    <a:srgbClr val="000000">
                      <a:alpha val="43137"/>
                    </a:srgbClr>
                  </a:outerShdw>
                </a:effectLst>
              </a:rPr>
              <a:t>Compartir esta impresora</a:t>
            </a:r>
            <a:r>
              <a:rPr lang="es-ES_tradnl" sz="2200" dirty="0" smtClean="0"/>
              <a:t>.</a:t>
            </a:r>
          </a:p>
          <a:p>
            <a:pPr lvl="1">
              <a:defRPr/>
            </a:pPr>
            <a:r>
              <a:rPr lang="es-ES_tradnl" sz="2200" u="sng" dirty="0" smtClean="0">
                <a:effectLst>
                  <a:outerShdw blurRad="38100" dist="38100" dir="2700000" algn="tl">
                    <a:srgbClr val="000000">
                      <a:alpha val="43137"/>
                    </a:srgbClr>
                  </a:outerShdw>
                </a:effectLst>
              </a:rPr>
              <a:t>Mostrar lista en el directorio: </a:t>
            </a:r>
            <a:r>
              <a:rPr lang="es-ES_tradnl" sz="2200" dirty="0" smtClean="0"/>
              <a:t>para que esta impresora se les muestre a los clientes cuando quieran agregarla a su equipo.</a:t>
            </a:r>
          </a:p>
        </p:txBody>
      </p:sp>
      <p:pic>
        <p:nvPicPr>
          <p:cNvPr id="41988" name="Picture 2"/>
          <p:cNvPicPr>
            <a:picLocks noGrp="1" noChangeAspect="1" noChangeArrowheads="1"/>
          </p:cNvPicPr>
          <p:nvPr>
            <p:ph sz="half" idx="2"/>
          </p:nvPr>
        </p:nvPicPr>
        <p:blipFill>
          <a:blip r:embed="rId2"/>
          <a:srcRect/>
          <a:stretch>
            <a:fillRect/>
          </a:stretch>
        </p:blipFill>
        <p:spPr>
          <a:xfrm>
            <a:off x="6084888" y="1916113"/>
            <a:ext cx="3059112" cy="3457575"/>
          </a:xfrm>
          <a:noFill/>
        </p:spPr>
      </p:pic>
      <p:sp>
        <p:nvSpPr>
          <p:cNvPr id="5" name="3 Marcador de texto"/>
          <p:cNvSpPr txBox="1">
            <a:spLocks/>
          </p:cNvSpPr>
          <p:nvPr/>
        </p:nvSpPr>
        <p:spPr bwMode="auto">
          <a:xfrm>
            <a:off x="0" y="5373688"/>
            <a:ext cx="8964613" cy="4041775"/>
          </a:xfrm>
          <a:prstGeom prst="rect">
            <a:avLst/>
          </a:prstGeom>
          <a:noFill/>
          <a:ln w="9525">
            <a:noFill/>
            <a:miter lim="800000"/>
            <a:headEnd/>
            <a:tailEnd/>
          </a:ln>
        </p:spPr>
        <p:txBody>
          <a:bodyPr/>
          <a:lstStyle/>
          <a:p>
            <a:pPr marL="742950" lvl="1" indent="-285750" eaLnBrk="0" hangingPunct="0">
              <a:spcBef>
                <a:spcPct val="20000"/>
              </a:spcBef>
              <a:buClr>
                <a:schemeClr val="hlink"/>
              </a:buClr>
              <a:buSzPct val="55000"/>
              <a:buFont typeface="Wingdings" pitchFamily="2" charset="2"/>
              <a:buChar char="n"/>
              <a:defRPr/>
            </a:pPr>
            <a:r>
              <a:rPr lang="es-ES_tradnl" sz="2200" u="sng" kern="0" dirty="0">
                <a:effectLst>
                  <a:outerShdw blurRad="38100" dist="38100" dir="2700000" algn="tl">
                    <a:srgbClr val="000000">
                      <a:alpha val="43137"/>
                    </a:srgbClr>
                  </a:outerShdw>
                </a:effectLst>
                <a:latin typeface="+mn-lt"/>
              </a:rPr>
              <a:t>Presentar trabajos de impresión en equipos cliente</a:t>
            </a:r>
            <a:r>
              <a:rPr lang="es-ES_tradnl" sz="2200" kern="0" dirty="0">
                <a:latin typeface="+mn-lt"/>
              </a:rPr>
              <a:t>: para que el controlador de dominio se dedique sólo a establecer la conexión del cliente con la impresora sin procesar el trabajo de impresión, liberándose así de trabajo extra.</a:t>
            </a:r>
            <a:endParaRPr lang="es-ES" sz="2200" kern="0" dirty="0">
              <a:latin typeface="+mn-lt"/>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1 Título"/>
          <p:cNvSpPr>
            <a:spLocks noGrp="1"/>
          </p:cNvSpPr>
          <p:nvPr>
            <p:ph type="title"/>
          </p:nvPr>
        </p:nvSpPr>
        <p:spPr>
          <a:xfrm>
            <a:off x="468313" y="214313"/>
            <a:ext cx="8475662" cy="1462087"/>
          </a:xfrm>
        </p:spPr>
        <p:txBody>
          <a:bodyPr/>
          <a:lstStyle/>
          <a:p>
            <a:r>
              <a:rPr lang="es-ES_tradnl" smtClean="0"/>
              <a:t>5.7 INSTALAR UNA IMPRESORA DE RED EN LOS CLIENTES</a:t>
            </a:r>
            <a:endParaRPr lang="es-ES" smtClean="0"/>
          </a:p>
        </p:txBody>
      </p:sp>
      <p:sp>
        <p:nvSpPr>
          <p:cNvPr id="43011" name="3 Marcador de texto"/>
          <p:cNvSpPr>
            <a:spLocks noGrp="1"/>
          </p:cNvSpPr>
          <p:nvPr>
            <p:ph type="body" sz="half" idx="1"/>
          </p:nvPr>
        </p:nvSpPr>
        <p:spPr>
          <a:xfrm>
            <a:off x="0" y="1844675"/>
            <a:ext cx="5795963" cy="4287838"/>
          </a:xfrm>
        </p:spPr>
        <p:txBody>
          <a:bodyPr/>
          <a:lstStyle/>
          <a:p>
            <a:r>
              <a:rPr lang="es-ES_tradnl" sz="2600" smtClean="0"/>
              <a:t>En los clientes, accedemos al asistente para agregar impresoras. </a:t>
            </a:r>
          </a:p>
          <a:p>
            <a:r>
              <a:rPr lang="es-ES_tradnl" sz="2600" smtClean="0"/>
              <a:t>Seleccionamos </a:t>
            </a:r>
            <a:r>
              <a:rPr lang="es-ES_tradnl" sz="2600" i="1" smtClean="0"/>
              <a:t>Una impresora de red</a:t>
            </a:r>
            <a:r>
              <a:rPr lang="es-ES_tradnl" sz="2600" smtClean="0"/>
              <a:t>.</a:t>
            </a:r>
          </a:p>
        </p:txBody>
      </p:sp>
      <p:pic>
        <p:nvPicPr>
          <p:cNvPr id="44036" name="Picture 2"/>
          <p:cNvPicPr>
            <a:picLocks noGrp="1" noChangeAspect="1" noChangeArrowheads="1"/>
          </p:cNvPicPr>
          <p:nvPr>
            <p:ph sz="half" idx="2"/>
          </p:nvPr>
        </p:nvPicPr>
        <p:blipFill>
          <a:blip r:embed="rId2"/>
          <a:srcRect/>
          <a:stretch>
            <a:fillRect/>
          </a:stretch>
        </p:blipFill>
        <p:spPr>
          <a:xfrm>
            <a:off x="5710238" y="4005263"/>
            <a:ext cx="3433762" cy="2293937"/>
          </a:xfrm>
          <a:noFill/>
        </p:spPr>
      </p:pic>
      <p:pic>
        <p:nvPicPr>
          <p:cNvPr id="44037" name="Picture 3"/>
          <p:cNvPicPr>
            <a:picLocks noChangeAspect="1" noChangeArrowheads="1"/>
          </p:cNvPicPr>
          <p:nvPr/>
        </p:nvPicPr>
        <p:blipFill>
          <a:blip r:embed="rId3"/>
          <a:srcRect/>
          <a:stretch>
            <a:fillRect/>
          </a:stretch>
        </p:blipFill>
        <p:spPr bwMode="auto">
          <a:xfrm>
            <a:off x="2268538" y="4941888"/>
            <a:ext cx="3167062" cy="1727200"/>
          </a:xfrm>
          <a:prstGeom prst="rect">
            <a:avLst/>
          </a:prstGeom>
          <a:noFill/>
          <a:ln w="9525">
            <a:noFill/>
            <a:miter lim="800000"/>
            <a:headEnd/>
            <a:tailEnd/>
          </a:ln>
        </p:spPr>
      </p:pic>
      <p:pic>
        <p:nvPicPr>
          <p:cNvPr id="44038" name="Picture 6"/>
          <p:cNvPicPr>
            <a:picLocks noChangeAspect="1" noChangeArrowheads="1"/>
          </p:cNvPicPr>
          <p:nvPr/>
        </p:nvPicPr>
        <p:blipFill>
          <a:blip r:embed="rId4"/>
          <a:srcRect/>
          <a:stretch>
            <a:fillRect/>
          </a:stretch>
        </p:blipFill>
        <p:spPr bwMode="auto">
          <a:xfrm>
            <a:off x="5795963" y="1844675"/>
            <a:ext cx="3146425" cy="2119313"/>
          </a:xfrm>
          <a:prstGeom prst="rect">
            <a:avLst/>
          </a:prstGeom>
          <a:noFill/>
          <a:ln w="9525">
            <a:noFill/>
            <a:miter lim="800000"/>
            <a:headEnd/>
            <a:tailEnd/>
          </a:ln>
        </p:spPr>
      </p:pic>
      <p:sp>
        <p:nvSpPr>
          <p:cNvPr id="7" name="3 Marcador de texto"/>
          <p:cNvSpPr txBox="1">
            <a:spLocks/>
          </p:cNvSpPr>
          <p:nvPr/>
        </p:nvSpPr>
        <p:spPr bwMode="auto">
          <a:xfrm>
            <a:off x="0" y="3644900"/>
            <a:ext cx="5795963" cy="4287838"/>
          </a:xfrm>
          <a:prstGeom prst="rect">
            <a:avLst/>
          </a:prstGeom>
          <a:noFill/>
          <a:ln w="9525">
            <a:noFill/>
            <a:miter lim="800000"/>
            <a:headEnd/>
            <a:tailEnd/>
          </a:ln>
        </p:spPr>
        <p:txBody>
          <a:bodyPr/>
          <a:lstStyle/>
          <a:p>
            <a:pPr marL="342900" indent="-342900" eaLnBrk="0" hangingPunct="0">
              <a:spcBef>
                <a:spcPct val="20000"/>
              </a:spcBef>
              <a:buClr>
                <a:schemeClr val="folHlink"/>
              </a:buClr>
              <a:buSzPct val="60000"/>
              <a:buFont typeface="Wingdings" pitchFamily="2" charset="2"/>
              <a:buChar char="n"/>
              <a:defRPr/>
            </a:pPr>
            <a:r>
              <a:rPr lang="es-ES_tradnl" sz="2600" kern="0" dirty="0">
                <a:latin typeface="+mn-lt"/>
                <a:cs typeface="+mn-cs"/>
              </a:rPr>
              <a:t>Elegimos </a:t>
            </a:r>
            <a:r>
              <a:rPr lang="es-ES_tradnl" sz="2600" i="1" kern="0" dirty="0">
                <a:latin typeface="+mn-lt"/>
                <a:cs typeface="+mn-cs"/>
              </a:rPr>
              <a:t>Buscar una impresora en el Directorio</a:t>
            </a:r>
            <a:r>
              <a:rPr lang="es-ES_tradnl" sz="2600" kern="0" dirty="0">
                <a:latin typeface="+mn-lt"/>
                <a:cs typeface="+mn-cs"/>
              </a:rPr>
              <a:t>.</a:t>
            </a:r>
          </a:p>
        </p:txBody>
      </p:sp>
      <p:sp>
        <p:nvSpPr>
          <p:cNvPr id="8" name="3 Marcador de texto"/>
          <p:cNvSpPr txBox="1">
            <a:spLocks/>
          </p:cNvSpPr>
          <p:nvPr/>
        </p:nvSpPr>
        <p:spPr bwMode="auto">
          <a:xfrm>
            <a:off x="0" y="4508500"/>
            <a:ext cx="5795963" cy="4287838"/>
          </a:xfrm>
          <a:prstGeom prst="rect">
            <a:avLst/>
          </a:prstGeom>
          <a:noFill/>
          <a:ln w="9525">
            <a:noFill/>
            <a:miter lim="800000"/>
            <a:headEnd/>
            <a:tailEnd/>
          </a:ln>
        </p:spPr>
        <p:txBody>
          <a:bodyPr/>
          <a:lstStyle/>
          <a:p>
            <a:pPr marL="342900" indent="-342900" eaLnBrk="0" hangingPunct="0">
              <a:spcBef>
                <a:spcPct val="20000"/>
              </a:spcBef>
              <a:buClr>
                <a:schemeClr val="folHlink"/>
              </a:buClr>
              <a:buSzPct val="60000"/>
              <a:buFont typeface="Wingdings" pitchFamily="2" charset="2"/>
              <a:buChar char="n"/>
              <a:defRPr/>
            </a:pPr>
            <a:r>
              <a:rPr lang="es-ES_tradnl" sz="2600" kern="0" dirty="0">
                <a:latin typeface="+mn-lt"/>
                <a:cs typeface="+mn-cs"/>
              </a:rPr>
              <a:t>Encontrará la impresora compartida del servidor</a:t>
            </a:r>
            <a:endParaRPr lang="es-ES" sz="2600" kern="0" dirty="0">
              <a:latin typeface="+mn-lt"/>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038"/>
                                        </p:tgtEl>
                                        <p:attrNameLst>
                                          <p:attrName>style.visibility</p:attrName>
                                        </p:attrNameLst>
                                      </p:cBhvr>
                                      <p:to>
                                        <p:strVal val="visible"/>
                                      </p:to>
                                    </p:set>
                                    <p:animEffect transition="in" filter="box(in)">
                                      <p:cBhvr>
                                        <p:cTn id="7" dur="500"/>
                                        <p:tgtEl>
                                          <p:spTgt spid="440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44036"/>
                                        </p:tgtEl>
                                        <p:attrNameLst>
                                          <p:attrName>style.visibility</p:attrName>
                                        </p:attrNameLst>
                                      </p:cBhvr>
                                      <p:to>
                                        <p:strVal val="visible"/>
                                      </p:to>
                                    </p:set>
                                    <p:anim calcmode="lin" valueType="num">
                                      <p:cBhvr additive="base">
                                        <p:cTn id="17" dur="500" fill="hold"/>
                                        <p:tgtEl>
                                          <p:spTgt spid="44036"/>
                                        </p:tgtEl>
                                        <p:attrNameLst>
                                          <p:attrName>ppt_x</p:attrName>
                                        </p:attrNameLst>
                                      </p:cBhvr>
                                      <p:tavLst>
                                        <p:tav tm="0">
                                          <p:val>
                                            <p:strVal val="#ppt_x"/>
                                          </p:val>
                                        </p:tav>
                                        <p:tav tm="100000">
                                          <p:val>
                                            <p:strVal val="#ppt_x"/>
                                          </p:val>
                                        </p:tav>
                                      </p:tavLst>
                                    </p:anim>
                                    <p:anim calcmode="lin" valueType="num">
                                      <p:cBhvr additive="base">
                                        <p:cTn id="18" dur="500" fill="hold"/>
                                        <p:tgtEl>
                                          <p:spTgt spid="44036"/>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heckerboard(across)">
                                      <p:cBhvr>
                                        <p:cTn id="23" dur="500"/>
                                        <p:tgtEl>
                                          <p:spTgt spid="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44037"/>
                                        </p:tgtEl>
                                        <p:attrNameLst>
                                          <p:attrName>style.visibility</p:attrName>
                                        </p:attrNameLst>
                                      </p:cBhvr>
                                      <p:to>
                                        <p:strVal val="visible"/>
                                      </p:to>
                                    </p:set>
                                    <p:animEffect transition="in" filter="blinds(horizontal)">
                                      <p:cBhvr>
                                        <p:cTn id="28" dur="500"/>
                                        <p:tgtEl>
                                          <p:spTgt spid="44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1 Título"/>
          <p:cNvSpPr>
            <a:spLocks noGrp="1"/>
          </p:cNvSpPr>
          <p:nvPr>
            <p:ph type="title"/>
          </p:nvPr>
        </p:nvSpPr>
        <p:spPr>
          <a:xfrm>
            <a:off x="900113" y="188913"/>
            <a:ext cx="8243887" cy="1462087"/>
          </a:xfrm>
        </p:spPr>
        <p:txBody>
          <a:bodyPr/>
          <a:lstStyle/>
          <a:p>
            <a:r>
              <a:rPr lang="es-ES_tradnl" smtClean="0"/>
              <a:t>5.8 PERMISOS SOBRE LA IMPRESORA</a:t>
            </a:r>
            <a:endParaRPr lang="es-ES" smtClean="0"/>
          </a:p>
        </p:txBody>
      </p:sp>
      <p:sp>
        <p:nvSpPr>
          <p:cNvPr id="44035" name="2 Marcador de texto"/>
          <p:cNvSpPr>
            <a:spLocks noGrp="1"/>
          </p:cNvSpPr>
          <p:nvPr>
            <p:ph type="body" sz="half" idx="1"/>
          </p:nvPr>
        </p:nvSpPr>
        <p:spPr>
          <a:xfrm>
            <a:off x="179388" y="1844675"/>
            <a:ext cx="5616575" cy="4114800"/>
          </a:xfrm>
        </p:spPr>
        <p:txBody>
          <a:bodyPr/>
          <a:lstStyle/>
          <a:p>
            <a:r>
              <a:rPr lang="es-ES_tradnl" sz="2600" smtClean="0"/>
              <a:t>Imprimir: sólo pueden imprimir.</a:t>
            </a:r>
          </a:p>
          <a:p>
            <a:r>
              <a:rPr lang="es-ES_tradnl" sz="2600" smtClean="0"/>
              <a:t>Administrar impresoras: Podrán cambiar configuraciones de dis-ponibilidad, instalar controladores y cambiar el nombre compartido de la impresora.</a:t>
            </a:r>
          </a:p>
          <a:p>
            <a:r>
              <a:rPr lang="es-ES_tradnl" sz="2600" smtClean="0"/>
              <a:t>Administración de documentos: Podrán cancelar, pausar o eliminar trabajos de impresión propios o de otros usuarios.</a:t>
            </a:r>
          </a:p>
          <a:p>
            <a:r>
              <a:rPr lang="es-ES_tradnl" sz="2600" smtClean="0"/>
              <a:t>Permisos especiales:</a:t>
            </a:r>
            <a:endParaRPr lang="es-ES" sz="2600" smtClean="0"/>
          </a:p>
        </p:txBody>
      </p:sp>
      <p:pic>
        <p:nvPicPr>
          <p:cNvPr id="44036" name="Picture 4"/>
          <p:cNvPicPr>
            <a:picLocks noGrp="1" noChangeAspect="1" noChangeArrowheads="1"/>
          </p:cNvPicPr>
          <p:nvPr>
            <p:ph sz="half" idx="2"/>
          </p:nvPr>
        </p:nvPicPr>
        <p:blipFill>
          <a:blip r:embed="rId2"/>
          <a:srcRect/>
          <a:stretch>
            <a:fillRect/>
          </a:stretch>
        </p:blipFill>
        <p:spPr>
          <a:xfrm>
            <a:off x="5795963" y="1989138"/>
            <a:ext cx="3159125" cy="4319587"/>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Mezclas">
  <a:themeElements>
    <a:clrScheme name="Mezcla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Mezcla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ezcla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Mezcla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Mezcla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Mezcla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Mezcla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Mezcla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2863</TotalTime>
  <Words>1430</Words>
  <Application>Microsoft Office PowerPoint</Application>
  <PresentationFormat>Presentación en pantalla (4:3)</PresentationFormat>
  <Paragraphs>146</Paragraphs>
  <Slides>36</Slides>
  <Notes>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36</vt:i4>
      </vt:variant>
    </vt:vector>
  </HeadingPairs>
  <TitlesOfParts>
    <vt:vector size="40" baseType="lpstr">
      <vt:lpstr>Tahoma</vt:lpstr>
      <vt:lpstr>Arial</vt:lpstr>
      <vt:lpstr>Wingdings</vt:lpstr>
      <vt:lpstr>Mezclas</vt:lpstr>
      <vt:lpstr>TEMA 4:</vt:lpstr>
      <vt:lpstr>1.INTEGRACIÓN DE CLIENTES WINDOWS EN UN DOMINIO</vt:lpstr>
      <vt:lpstr>1.INTEGRACIÓN DE CLIENTES WINDOWS EN UN DOMINIO</vt:lpstr>
      <vt:lpstr>2. INICIAR SESIÓN CON UN CLIENTE WINDOWS EN EL DOMINIO O LOCAL</vt:lpstr>
      <vt:lpstr>2.1 PERFILES DE USUARIO</vt:lpstr>
      <vt:lpstr>2.1. PERFILES DE USUARIO</vt:lpstr>
      <vt:lpstr>2.1 PERFILES DE USUARIO</vt:lpstr>
      <vt:lpstr>3. COMPARTIR RECURSOS</vt:lpstr>
      <vt:lpstr>3.1 VISUALIZAR RECURSOS COMPARTIDOS</vt:lpstr>
      <vt:lpstr>3.2.A COMPARTIR ARCHIVOS DESDE CUALQUIER CARPETA DEL EQUIPO</vt:lpstr>
      <vt:lpstr>3.2.A COMPARTIR ARCHIVOS DESDE CUALQUIER CARPETA DEL EQUIPO</vt:lpstr>
      <vt:lpstr>3.2.A COMPARTIR ARCHIVOS DESDE CUALQUIER CARPETA DEL EQUIPO</vt:lpstr>
      <vt:lpstr>3.2.A COMPARTIR ARCHIVOS DESDE CUALQUIER CARPETA DEL EQUIPO</vt:lpstr>
      <vt:lpstr>3.2.A COMPARTIR ARCHIVOS DESDE CUALQUIER CARPETA DEL EQUIPO</vt:lpstr>
      <vt:lpstr>3.2.A COMPARTIR ARCHIVOS DESDE CUALQUIER CARPETA DEL EQUIPO</vt:lpstr>
      <vt:lpstr>3.2.A COMPARTIR ARCHIVOS DESDE CUALQUIER CARPETA DEL EQUIPO</vt:lpstr>
      <vt:lpstr>3.3 ¿QUÉ SON LOS PERMISOS?</vt:lpstr>
      <vt:lpstr>3.3.A. TIPOS DE PERMISOS W2012**</vt:lpstr>
      <vt:lpstr>3.4. ASIGNACIÓN DE PERMISOS DE CARPETAS COMPARTIDAS</vt:lpstr>
      <vt:lpstr>3.5 RECURSOS COMPARTIDOS ESPECIALES</vt:lpstr>
      <vt:lpstr>3.5 RECURSOS COMPARTIDOS ESPECIALES</vt:lpstr>
      <vt:lpstr>3.6 ELIMINAR RECURSOS COMPARTIDOS</vt:lpstr>
      <vt:lpstr>4. COMPARTIR RECURSOS EN LOS EQUIPOS CLIENTES DE UN DOMINIO</vt:lpstr>
      <vt:lpstr>4. COMPARTIR RECURSOS EN LOS EQUIPOS CLIENTES DE UN DOMINIO</vt:lpstr>
      <vt:lpstr>4. COMPARTIR RECURSOS EN LOS EQUIPOS CLIENTES DE UN DOMINIO</vt:lpstr>
      <vt:lpstr>4. COMPARTIR RECURSOS EN LOS EQUIPOS CLIENTES DE UN DOMINIO</vt:lpstr>
      <vt:lpstr>5. CONFIGURACIÓN DE IMPRESORAS COMPARTIDAS EN RED</vt:lpstr>
      <vt:lpstr>5.1 AGREGAR UNA IMPRESORA</vt:lpstr>
      <vt:lpstr>5.2 PROPIEDADES IMPRESORA</vt:lpstr>
      <vt:lpstr>5.3 PERMISOS DE LA IMPRESORA</vt:lpstr>
      <vt:lpstr>5.4 ÁMBITO DE LOS GRUPOS SOBRE LAS IMPRESORAS</vt:lpstr>
      <vt:lpstr>5.5 CONTROLAR LOS TRABAJOS DE IMPERSIÓN </vt:lpstr>
      <vt:lpstr>5.5 CONTROLAR LOS TRABAJOS DE IMPRESIÓN</vt:lpstr>
      <vt:lpstr>5.6 COMPARTIR LA IMPRESORA EN EL SERVIDOR</vt:lpstr>
      <vt:lpstr>5.7 INSTALAR UNA IMPRESORA DE RED EN LOS CLIENTES</vt:lpstr>
      <vt:lpstr>5.8 PERMISOS SOBRE LA IMPRESORA</vt:lpstr>
    </vt:vector>
  </TitlesOfParts>
  <Company>CEYCU</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4:</dc:title>
  <dc:creator>SMU4400E</dc:creator>
  <cp:lastModifiedBy>Usuario de Windows</cp:lastModifiedBy>
  <cp:revision>95</cp:revision>
  <dcterms:created xsi:type="dcterms:W3CDTF">2011-09-28T08:16:40Z</dcterms:created>
  <dcterms:modified xsi:type="dcterms:W3CDTF">2017-10-15T21:00:52Z</dcterms:modified>
</cp:coreProperties>
</file>